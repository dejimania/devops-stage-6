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228A3D-B94C-45A8-A30C-7C898F60118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3D95C9E-71E0-471A-A0CB-E686B2BEFDE3}">
      <dgm:prSet/>
      <dgm:spPr/>
      <dgm:t>
        <a:bodyPr/>
        <a:lstStyle/>
        <a:p>
          <a:r>
            <a:rPr lang="en-US"/>
            <a:t>Two Workflow Types:</a:t>
          </a:r>
        </a:p>
      </dgm:t>
    </dgm:pt>
    <dgm:pt modelId="{434D4742-C599-4BE4-9F4F-2DB83ADC0EEF}" type="parTrans" cxnId="{0FAD69D3-340E-4093-B7F0-B723FEA7DD0F}">
      <dgm:prSet/>
      <dgm:spPr/>
      <dgm:t>
        <a:bodyPr/>
        <a:lstStyle/>
        <a:p>
          <a:endParaRPr lang="en-US"/>
        </a:p>
      </dgm:t>
    </dgm:pt>
    <dgm:pt modelId="{7D8DE5D0-B04E-4DDF-BEDB-01902BCDA97D}" type="sibTrans" cxnId="{0FAD69D3-340E-4093-B7F0-B723FEA7DD0F}">
      <dgm:prSet/>
      <dgm:spPr/>
      <dgm:t>
        <a:bodyPr/>
        <a:lstStyle/>
        <a:p>
          <a:endParaRPr lang="en-US"/>
        </a:p>
      </dgm:t>
    </dgm:pt>
    <dgm:pt modelId="{832DDC5F-ABEC-498F-96F4-698602B5E6B2}">
      <dgm:prSet/>
      <dgm:spPr/>
      <dgm:t>
        <a:bodyPr/>
        <a:lstStyle/>
        <a:p>
          <a:r>
            <a:rPr lang="en-US"/>
            <a:t>Infrastructure Workflow:</a:t>
          </a:r>
        </a:p>
      </dgm:t>
    </dgm:pt>
    <dgm:pt modelId="{55422DA7-3A42-45D0-85AC-059782C559EC}" type="parTrans" cxnId="{4184879B-B3D6-4B3F-8FA7-A686264DD65B}">
      <dgm:prSet/>
      <dgm:spPr/>
      <dgm:t>
        <a:bodyPr/>
        <a:lstStyle/>
        <a:p>
          <a:endParaRPr lang="en-US"/>
        </a:p>
      </dgm:t>
    </dgm:pt>
    <dgm:pt modelId="{AE44951E-C941-4A2C-ACFB-2F8C059F17D0}" type="sibTrans" cxnId="{4184879B-B3D6-4B3F-8FA7-A686264DD65B}">
      <dgm:prSet/>
      <dgm:spPr/>
      <dgm:t>
        <a:bodyPr/>
        <a:lstStyle/>
        <a:p>
          <a:endParaRPr lang="en-US"/>
        </a:p>
      </dgm:t>
    </dgm:pt>
    <dgm:pt modelId="{CBBADD52-BEAA-4BCC-A861-BAEE9A070ED4}">
      <dgm:prSet/>
      <dgm:spPr/>
      <dgm:t>
        <a:bodyPr/>
        <a:lstStyle/>
        <a:p>
          <a:r>
            <a:rPr lang="en-US"/>
            <a:t>• Triggers on infra/terraform/** changes</a:t>
          </a:r>
        </a:p>
      </dgm:t>
    </dgm:pt>
    <dgm:pt modelId="{B7DD4533-ED3F-4835-8ED7-C06B0F9E3992}" type="parTrans" cxnId="{CD91E43F-17E9-4F13-8FCE-B95783A45AF4}">
      <dgm:prSet/>
      <dgm:spPr/>
      <dgm:t>
        <a:bodyPr/>
        <a:lstStyle/>
        <a:p>
          <a:endParaRPr lang="en-US"/>
        </a:p>
      </dgm:t>
    </dgm:pt>
    <dgm:pt modelId="{3A8A42F5-EEA7-4503-B0B8-9F559573146A}" type="sibTrans" cxnId="{CD91E43F-17E9-4F13-8FCE-B95783A45AF4}">
      <dgm:prSet/>
      <dgm:spPr/>
      <dgm:t>
        <a:bodyPr/>
        <a:lstStyle/>
        <a:p>
          <a:endParaRPr lang="en-US"/>
        </a:p>
      </dgm:t>
    </dgm:pt>
    <dgm:pt modelId="{C2131DEA-67D9-4E82-B62B-320893F92A53}">
      <dgm:prSet/>
      <dgm:spPr/>
      <dgm:t>
        <a:bodyPr/>
        <a:lstStyle/>
        <a:p>
          <a:r>
            <a:rPr lang="en-US"/>
            <a:t>• Triggers on infra/ansible/** changes</a:t>
          </a:r>
        </a:p>
      </dgm:t>
    </dgm:pt>
    <dgm:pt modelId="{FC9BBD5F-D24D-40AF-9069-CCE9ABE1A45D}" type="parTrans" cxnId="{CE4724AA-98B7-48C5-A28B-07DF63135210}">
      <dgm:prSet/>
      <dgm:spPr/>
      <dgm:t>
        <a:bodyPr/>
        <a:lstStyle/>
        <a:p>
          <a:endParaRPr lang="en-US"/>
        </a:p>
      </dgm:t>
    </dgm:pt>
    <dgm:pt modelId="{09D82BCA-DD1F-4503-81DF-24B22B3973B3}" type="sibTrans" cxnId="{CE4724AA-98B7-48C5-A28B-07DF63135210}">
      <dgm:prSet/>
      <dgm:spPr/>
      <dgm:t>
        <a:bodyPr/>
        <a:lstStyle/>
        <a:p>
          <a:endParaRPr lang="en-US"/>
        </a:p>
      </dgm:t>
    </dgm:pt>
    <dgm:pt modelId="{7AEAB2D5-6F6F-493A-8B3D-E4B38E9A8C0B}">
      <dgm:prSet/>
      <dgm:spPr/>
      <dgm:t>
        <a:bodyPr/>
        <a:lstStyle/>
        <a:p>
          <a:r>
            <a:rPr lang="en-US"/>
            <a:t>Application Workflow:</a:t>
          </a:r>
        </a:p>
      </dgm:t>
    </dgm:pt>
    <dgm:pt modelId="{F5224728-14D8-42F6-B0E1-A0CA5DD62C82}" type="parTrans" cxnId="{F62B0166-8F28-40A6-A8B6-A8C38734B33C}">
      <dgm:prSet/>
      <dgm:spPr/>
      <dgm:t>
        <a:bodyPr/>
        <a:lstStyle/>
        <a:p>
          <a:endParaRPr lang="en-US"/>
        </a:p>
      </dgm:t>
    </dgm:pt>
    <dgm:pt modelId="{0D04E031-A705-46F8-9704-E0136A028CB9}" type="sibTrans" cxnId="{F62B0166-8F28-40A6-A8B6-A8C38734B33C}">
      <dgm:prSet/>
      <dgm:spPr/>
      <dgm:t>
        <a:bodyPr/>
        <a:lstStyle/>
        <a:p>
          <a:endParaRPr lang="en-US"/>
        </a:p>
      </dgm:t>
    </dgm:pt>
    <dgm:pt modelId="{2838BD61-A2BF-4BC5-83DF-CA91764E4AAE}">
      <dgm:prSet/>
      <dgm:spPr/>
      <dgm:t>
        <a:bodyPr/>
        <a:lstStyle/>
        <a:p>
          <a:r>
            <a:rPr lang="en-US"/>
            <a:t>• Triggers on service code changes</a:t>
          </a:r>
        </a:p>
      </dgm:t>
    </dgm:pt>
    <dgm:pt modelId="{F6D4E706-0B7E-4605-BB8B-AB67222D12D8}" type="parTrans" cxnId="{B281CA8C-0F16-47D1-865E-413CD449B91F}">
      <dgm:prSet/>
      <dgm:spPr/>
      <dgm:t>
        <a:bodyPr/>
        <a:lstStyle/>
        <a:p>
          <a:endParaRPr lang="en-US"/>
        </a:p>
      </dgm:t>
    </dgm:pt>
    <dgm:pt modelId="{B8B29316-8889-46F1-B3A3-F0F4139F6339}" type="sibTrans" cxnId="{B281CA8C-0F16-47D1-865E-413CD449B91F}">
      <dgm:prSet/>
      <dgm:spPr/>
      <dgm:t>
        <a:bodyPr/>
        <a:lstStyle/>
        <a:p>
          <a:endParaRPr lang="en-US"/>
        </a:p>
      </dgm:t>
    </dgm:pt>
    <dgm:pt modelId="{E3BB1165-549E-4FA0-B28C-60D8760960B6}">
      <dgm:prSet/>
      <dgm:spPr/>
      <dgm:t>
        <a:bodyPr/>
        <a:lstStyle/>
        <a:p>
          <a:r>
            <a:rPr lang="en-US"/>
            <a:t>• Triggers on docker-compose.yml changes</a:t>
          </a:r>
        </a:p>
      </dgm:t>
    </dgm:pt>
    <dgm:pt modelId="{039C646A-EEC0-4444-B81E-201A59A89D83}" type="parTrans" cxnId="{0D69F57B-B7B7-4250-9958-24F97F16299B}">
      <dgm:prSet/>
      <dgm:spPr/>
      <dgm:t>
        <a:bodyPr/>
        <a:lstStyle/>
        <a:p>
          <a:endParaRPr lang="en-US"/>
        </a:p>
      </dgm:t>
    </dgm:pt>
    <dgm:pt modelId="{DBC72C05-448B-49DB-8F24-2249646194A1}" type="sibTrans" cxnId="{0D69F57B-B7B7-4250-9958-24F97F16299B}">
      <dgm:prSet/>
      <dgm:spPr/>
      <dgm:t>
        <a:bodyPr/>
        <a:lstStyle/>
        <a:p>
          <a:endParaRPr lang="en-US"/>
        </a:p>
      </dgm:t>
    </dgm:pt>
    <dgm:pt modelId="{9D119CE2-EE34-4B7A-AF6B-92FB54C8D91E}">
      <dgm:prSet/>
      <dgm:spPr/>
      <dgm:t>
        <a:bodyPr/>
        <a:lstStyle/>
        <a:p>
          <a:r>
            <a:rPr lang="en-US"/>
            <a:t>Key Features:</a:t>
          </a:r>
        </a:p>
      </dgm:t>
    </dgm:pt>
    <dgm:pt modelId="{EC7ED3F8-12B4-4CCB-A4A8-6AF940F01DD2}" type="parTrans" cxnId="{C0003754-D384-4603-86DE-839EF7E340D2}">
      <dgm:prSet/>
      <dgm:spPr/>
      <dgm:t>
        <a:bodyPr/>
        <a:lstStyle/>
        <a:p>
          <a:endParaRPr lang="en-US"/>
        </a:p>
      </dgm:t>
    </dgm:pt>
    <dgm:pt modelId="{76395B29-9C23-4D7F-8211-EFAA021E208E}" type="sibTrans" cxnId="{C0003754-D384-4603-86DE-839EF7E340D2}">
      <dgm:prSet/>
      <dgm:spPr/>
      <dgm:t>
        <a:bodyPr/>
        <a:lstStyle/>
        <a:p>
          <a:endParaRPr lang="en-US"/>
        </a:p>
      </dgm:t>
    </dgm:pt>
    <dgm:pt modelId="{E030B449-5005-4FA5-BD7C-3E108F407C33}">
      <dgm:prSet/>
      <dgm:spPr/>
      <dgm:t>
        <a:bodyPr/>
        <a:lstStyle/>
        <a:p>
          <a:r>
            <a:rPr lang="en-US"/>
            <a:t>• Drift Detection: terraform plan → email alert → manual approval</a:t>
          </a:r>
        </a:p>
      </dgm:t>
    </dgm:pt>
    <dgm:pt modelId="{49383755-A2DC-431E-879E-A33EA8664252}" type="parTrans" cxnId="{99971828-E459-42CC-9615-807C7EC17533}">
      <dgm:prSet/>
      <dgm:spPr/>
      <dgm:t>
        <a:bodyPr/>
        <a:lstStyle/>
        <a:p>
          <a:endParaRPr lang="en-US"/>
        </a:p>
      </dgm:t>
    </dgm:pt>
    <dgm:pt modelId="{B67F2951-CBD1-47AD-B1A8-7FF74D680600}" type="sibTrans" cxnId="{99971828-E459-42CC-9615-807C7EC17533}">
      <dgm:prSet/>
      <dgm:spPr/>
      <dgm:t>
        <a:bodyPr/>
        <a:lstStyle/>
        <a:p>
          <a:endParaRPr lang="en-US"/>
        </a:p>
      </dgm:t>
    </dgm:pt>
    <dgm:pt modelId="{7104FA17-D227-4F14-AFEE-CEBB35B68AC0}">
      <dgm:prSet/>
      <dgm:spPr/>
      <dgm:t>
        <a:bodyPr/>
        <a:lstStyle/>
        <a:p>
          <a:r>
            <a:rPr lang="en-US"/>
            <a:t>• Conditional Deployment: Only runs if changes detected</a:t>
          </a:r>
        </a:p>
      </dgm:t>
    </dgm:pt>
    <dgm:pt modelId="{04C97BCC-D606-4794-9E91-5CAF5958B537}" type="parTrans" cxnId="{3A20C9E7-8DA1-4834-9FBE-4C7A93BDB4BF}">
      <dgm:prSet/>
      <dgm:spPr/>
      <dgm:t>
        <a:bodyPr/>
        <a:lstStyle/>
        <a:p>
          <a:endParaRPr lang="en-US"/>
        </a:p>
      </dgm:t>
    </dgm:pt>
    <dgm:pt modelId="{EDAEFD82-ECF5-4472-8C4D-67F4541B7B8C}" type="sibTrans" cxnId="{3A20C9E7-8DA1-4834-9FBE-4C7A93BDB4BF}">
      <dgm:prSet/>
      <dgm:spPr/>
      <dgm:t>
        <a:bodyPr/>
        <a:lstStyle/>
        <a:p>
          <a:endParaRPr lang="en-US"/>
        </a:p>
      </dgm:t>
    </dgm:pt>
    <dgm:pt modelId="{B2587146-964C-40B9-83ED-4642DD415CD9}">
      <dgm:prSet/>
      <dgm:spPr/>
      <dgm:t>
        <a:bodyPr/>
        <a:lstStyle/>
        <a:p>
          <a:r>
            <a:rPr lang="en-US"/>
            <a:t>• Email Notifications: Automatic alerts for infrastructure drift</a:t>
          </a:r>
        </a:p>
      </dgm:t>
    </dgm:pt>
    <dgm:pt modelId="{26133413-9687-428D-92A2-E92C21827FCF}" type="parTrans" cxnId="{05222C4B-1832-4A5B-8FAE-2F7C319B0946}">
      <dgm:prSet/>
      <dgm:spPr/>
      <dgm:t>
        <a:bodyPr/>
        <a:lstStyle/>
        <a:p>
          <a:endParaRPr lang="en-US"/>
        </a:p>
      </dgm:t>
    </dgm:pt>
    <dgm:pt modelId="{B726055E-7CBC-4F56-9C0E-1DDA918718E6}" type="sibTrans" cxnId="{05222C4B-1832-4A5B-8FAE-2F7C319B0946}">
      <dgm:prSet/>
      <dgm:spPr/>
      <dgm:t>
        <a:bodyPr/>
        <a:lstStyle/>
        <a:p>
          <a:endParaRPr lang="en-US"/>
        </a:p>
      </dgm:t>
    </dgm:pt>
    <dgm:pt modelId="{1673D829-D7ED-4F11-8AD8-4DAEC3C0EE94}" type="pres">
      <dgm:prSet presAssocID="{EA228A3D-B94C-45A8-A30C-7C898F60118A}" presName="Name0" presStyleCnt="0">
        <dgm:presLayoutVars>
          <dgm:dir/>
          <dgm:resizeHandles val="exact"/>
        </dgm:presLayoutVars>
      </dgm:prSet>
      <dgm:spPr/>
    </dgm:pt>
    <dgm:pt modelId="{DAB2BD4B-918B-423A-AE0E-CBFAD80FEF92}" type="pres">
      <dgm:prSet presAssocID="{C3D95C9E-71E0-471A-A0CB-E686B2BEFDE3}" presName="node" presStyleLbl="node1" presStyleIdx="0" presStyleCnt="11">
        <dgm:presLayoutVars>
          <dgm:bulletEnabled val="1"/>
        </dgm:presLayoutVars>
      </dgm:prSet>
      <dgm:spPr/>
    </dgm:pt>
    <dgm:pt modelId="{1A8DD9AA-5B8B-4466-B485-FF8EED060EE7}" type="pres">
      <dgm:prSet presAssocID="{7D8DE5D0-B04E-4DDF-BEDB-01902BCDA97D}" presName="sibTrans" presStyleLbl="sibTrans1D1" presStyleIdx="0" presStyleCnt="10"/>
      <dgm:spPr/>
    </dgm:pt>
    <dgm:pt modelId="{B3650141-2E39-4534-9317-755CD12DD351}" type="pres">
      <dgm:prSet presAssocID="{7D8DE5D0-B04E-4DDF-BEDB-01902BCDA97D}" presName="connectorText" presStyleLbl="sibTrans1D1" presStyleIdx="0" presStyleCnt="10"/>
      <dgm:spPr/>
    </dgm:pt>
    <dgm:pt modelId="{37C6DC6A-8D6B-4D99-8AD5-FACA1A895F25}" type="pres">
      <dgm:prSet presAssocID="{832DDC5F-ABEC-498F-96F4-698602B5E6B2}" presName="node" presStyleLbl="node1" presStyleIdx="1" presStyleCnt="11">
        <dgm:presLayoutVars>
          <dgm:bulletEnabled val="1"/>
        </dgm:presLayoutVars>
      </dgm:prSet>
      <dgm:spPr/>
    </dgm:pt>
    <dgm:pt modelId="{18055A60-90DB-4512-AB01-326706883028}" type="pres">
      <dgm:prSet presAssocID="{AE44951E-C941-4A2C-ACFB-2F8C059F17D0}" presName="sibTrans" presStyleLbl="sibTrans1D1" presStyleIdx="1" presStyleCnt="10"/>
      <dgm:spPr/>
    </dgm:pt>
    <dgm:pt modelId="{B86CFA21-634E-4B2C-A706-07865EF27985}" type="pres">
      <dgm:prSet presAssocID="{AE44951E-C941-4A2C-ACFB-2F8C059F17D0}" presName="connectorText" presStyleLbl="sibTrans1D1" presStyleIdx="1" presStyleCnt="10"/>
      <dgm:spPr/>
    </dgm:pt>
    <dgm:pt modelId="{52E3BB3F-D46F-458A-8EA2-6AE49C4627CB}" type="pres">
      <dgm:prSet presAssocID="{CBBADD52-BEAA-4BCC-A861-BAEE9A070ED4}" presName="node" presStyleLbl="node1" presStyleIdx="2" presStyleCnt="11">
        <dgm:presLayoutVars>
          <dgm:bulletEnabled val="1"/>
        </dgm:presLayoutVars>
      </dgm:prSet>
      <dgm:spPr/>
    </dgm:pt>
    <dgm:pt modelId="{1BA37900-0869-45AC-A663-A18C3F3A24E9}" type="pres">
      <dgm:prSet presAssocID="{3A8A42F5-EEA7-4503-B0B8-9F559573146A}" presName="sibTrans" presStyleLbl="sibTrans1D1" presStyleIdx="2" presStyleCnt="10"/>
      <dgm:spPr/>
    </dgm:pt>
    <dgm:pt modelId="{74584AEB-D900-4CF4-AA02-61295F164798}" type="pres">
      <dgm:prSet presAssocID="{3A8A42F5-EEA7-4503-B0B8-9F559573146A}" presName="connectorText" presStyleLbl="sibTrans1D1" presStyleIdx="2" presStyleCnt="10"/>
      <dgm:spPr/>
    </dgm:pt>
    <dgm:pt modelId="{4743F857-36B7-48CB-877D-1693AC708F7F}" type="pres">
      <dgm:prSet presAssocID="{C2131DEA-67D9-4E82-B62B-320893F92A53}" presName="node" presStyleLbl="node1" presStyleIdx="3" presStyleCnt="11">
        <dgm:presLayoutVars>
          <dgm:bulletEnabled val="1"/>
        </dgm:presLayoutVars>
      </dgm:prSet>
      <dgm:spPr/>
    </dgm:pt>
    <dgm:pt modelId="{3F7C8C46-C08B-4C0A-9AE6-617723273F62}" type="pres">
      <dgm:prSet presAssocID="{09D82BCA-DD1F-4503-81DF-24B22B3973B3}" presName="sibTrans" presStyleLbl="sibTrans1D1" presStyleIdx="3" presStyleCnt="10"/>
      <dgm:spPr/>
    </dgm:pt>
    <dgm:pt modelId="{23A6269E-0CBE-4BF5-872E-4A3B0F65B695}" type="pres">
      <dgm:prSet presAssocID="{09D82BCA-DD1F-4503-81DF-24B22B3973B3}" presName="connectorText" presStyleLbl="sibTrans1D1" presStyleIdx="3" presStyleCnt="10"/>
      <dgm:spPr/>
    </dgm:pt>
    <dgm:pt modelId="{F4B33566-1F12-419E-9559-403C360B4B2E}" type="pres">
      <dgm:prSet presAssocID="{7AEAB2D5-6F6F-493A-8B3D-E4B38E9A8C0B}" presName="node" presStyleLbl="node1" presStyleIdx="4" presStyleCnt="11">
        <dgm:presLayoutVars>
          <dgm:bulletEnabled val="1"/>
        </dgm:presLayoutVars>
      </dgm:prSet>
      <dgm:spPr/>
    </dgm:pt>
    <dgm:pt modelId="{FF8896BE-3DB7-4574-8EDA-0FF22E7F2859}" type="pres">
      <dgm:prSet presAssocID="{0D04E031-A705-46F8-9704-E0136A028CB9}" presName="sibTrans" presStyleLbl="sibTrans1D1" presStyleIdx="4" presStyleCnt="10"/>
      <dgm:spPr/>
    </dgm:pt>
    <dgm:pt modelId="{32F12FDB-1177-4C6A-8830-1ECBD26D47BA}" type="pres">
      <dgm:prSet presAssocID="{0D04E031-A705-46F8-9704-E0136A028CB9}" presName="connectorText" presStyleLbl="sibTrans1D1" presStyleIdx="4" presStyleCnt="10"/>
      <dgm:spPr/>
    </dgm:pt>
    <dgm:pt modelId="{9694710D-B6A5-4A01-9A1B-EC6B924CCD16}" type="pres">
      <dgm:prSet presAssocID="{2838BD61-A2BF-4BC5-83DF-CA91764E4AAE}" presName="node" presStyleLbl="node1" presStyleIdx="5" presStyleCnt="11">
        <dgm:presLayoutVars>
          <dgm:bulletEnabled val="1"/>
        </dgm:presLayoutVars>
      </dgm:prSet>
      <dgm:spPr/>
    </dgm:pt>
    <dgm:pt modelId="{D6877C3E-3ECA-4A45-A608-6FE676570E52}" type="pres">
      <dgm:prSet presAssocID="{B8B29316-8889-46F1-B3A3-F0F4139F6339}" presName="sibTrans" presStyleLbl="sibTrans1D1" presStyleIdx="5" presStyleCnt="10"/>
      <dgm:spPr/>
    </dgm:pt>
    <dgm:pt modelId="{38831B90-7779-4840-87CE-7C02288C42DC}" type="pres">
      <dgm:prSet presAssocID="{B8B29316-8889-46F1-B3A3-F0F4139F6339}" presName="connectorText" presStyleLbl="sibTrans1D1" presStyleIdx="5" presStyleCnt="10"/>
      <dgm:spPr/>
    </dgm:pt>
    <dgm:pt modelId="{1A76A770-B0C7-486A-8B20-BAEEEABA3783}" type="pres">
      <dgm:prSet presAssocID="{E3BB1165-549E-4FA0-B28C-60D8760960B6}" presName="node" presStyleLbl="node1" presStyleIdx="6" presStyleCnt="11">
        <dgm:presLayoutVars>
          <dgm:bulletEnabled val="1"/>
        </dgm:presLayoutVars>
      </dgm:prSet>
      <dgm:spPr/>
    </dgm:pt>
    <dgm:pt modelId="{D38FE6E4-5441-4962-80DA-76B149566785}" type="pres">
      <dgm:prSet presAssocID="{DBC72C05-448B-49DB-8F24-2249646194A1}" presName="sibTrans" presStyleLbl="sibTrans1D1" presStyleIdx="6" presStyleCnt="10"/>
      <dgm:spPr/>
    </dgm:pt>
    <dgm:pt modelId="{A797076C-39A0-4BC6-AE49-7DFEFDEF8D60}" type="pres">
      <dgm:prSet presAssocID="{DBC72C05-448B-49DB-8F24-2249646194A1}" presName="connectorText" presStyleLbl="sibTrans1D1" presStyleIdx="6" presStyleCnt="10"/>
      <dgm:spPr/>
    </dgm:pt>
    <dgm:pt modelId="{1A4F55A7-10DA-46CB-A365-BEA97540EED9}" type="pres">
      <dgm:prSet presAssocID="{9D119CE2-EE34-4B7A-AF6B-92FB54C8D91E}" presName="node" presStyleLbl="node1" presStyleIdx="7" presStyleCnt="11">
        <dgm:presLayoutVars>
          <dgm:bulletEnabled val="1"/>
        </dgm:presLayoutVars>
      </dgm:prSet>
      <dgm:spPr/>
    </dgm:pt>
    <dgm:pt modelId="{5BA7BEEB-299F-4A53-A290-73CEDBE7A989}" type="pres">
      <dgm:prSet presAssocID="{76395B29-9C23-4D7F-8211-EFAA021E208E}" presName="sibTrans" presStyleLbl="sibTrans1D1" presStyleIdx="7" presStyleCnt="10"/>
      <dgm:spPr/>
    </dgm:pt>
    <dgm:pt modelId="{5FD975A0-E38A-4161-B519-ECF6CFF2277D}" type="pres">
      <dgm:prSet presAssocID="{76395B29-9C23-4D7F-8211-EFAA021E208E}" presName="connectorText" presStyleLbl="sibTrans1D1" presStyleIdx="7" presStyleCnt="10"/>
      <dgm:spPr/>
    </dgm:pt>
    <dgm:pt modelId="{20F58D4A-5879-48EF-AB18-B7BA5D5321C7}" type="pres">
      <dgm:prSet presAssocID="{E030B449-5005-4FA5-BD7C-3E108F407C33}" presName="node" presStyleLbl="node1" presStyleIdx="8" presStyleCnt="11">
        <dgm:presLayoutVars>
          <dgm:bulletEnabled val="1"/>
        </dgm:presLayoutVars>
      </dgm:prSet>
      <dgm:spPr/>
    </dgm:pt>
    <dgm:pt modelId="{685503C2-2840-44B0-8D74-DCB8B33EF505}" type="pres">
      <dgm:prSet presAssocID="{B67F2951-CBD1-47AD-B1A8-7FF74D680600}" presName="sibTrans" presStyleLbl="sibTrans1D1" presStyleIdx="8" presStyleCnt="10"/>
      <dgm:spPr/>
    </dgm:pt>
    <dgm:pt modelId="{5F951ED5-38E0-453F-A4CD-552F45CB484D}" type="pres">
      <dgm:prSet presAssocID="{B67F2951-CBD1-47AD-B1A8-7FF74D680600}" presName="connectorText" presStyleLbl="sibTrans1D1" presStyleIdx="8" presStyleCnt="10"/>
      <dgm:spPr/>
    </dgm:pt>
    <dgm:pt modelId="{F128B65A-07A6-4A3A-B213-97A3E05BE125}" type="pres">
      <dgm:prSet presAssocID="{7104FA17-D227-4F14-AFEE-CEBB35B68AC0}" presName="node" presStyleLbl="node1" presStyleIdx="9" presStyleCnt="11">
        <dgm:presLayoutVars>
          <dgm:bulletEnabled val="1"/>
        </dgm:presLayoutVars>
      </dgm:prSet>
      <dgm:spPr/>
    </dgm:pt>
    <dgm:pt modelId="{8CAD17F8-1B5B-41CA-BBEA-D894CCEFC21A}" type="pres">
      <dgm:prSet presAssocID="{EDAEFD82-ECF5-4472-8C4D-67F4541B7B8C}" presName="sibTrans" presStyleLbl="sibTrans1D1" presStyleIdx="9" presStyleCnt="10"/>
      <dgm:spPr/>
    </dgm:pt>
    <dgm:pt modelId="{30DF24B2-3C12-4C87-8E4F-BA664B1E4019}" type="pres">
      <dgm:prSet presAssocID="{EDAEFD82-ECF5-4472-8C4D-67F4541B7B8C}" presName="connectorText" presStyleLbl="sibTrans1D1" presStyleIdx="9" presStyleCnt="10"/>
      <dgm:spPr/>
    </dgm:pt>
    <dgm:pt modelId="{04BBE2AF-BF5A-4071-9305-E066E2B27865}" type="pres">
      <dgm:prSet presAssocID="{B2587146-964C-40B9-83ED-4642DD415CD9}" presName="node" presStyleLbl="node1" presStyleIdx="10" presStyleCnt="11">
        <dgm:presLayoutVars>
          <dgm:bulletEnabled val="1"/>
        </dgm:presLayoutVars>
      </dgm:prSet>
      <dgm:spPr/>
    </dgm:pt>
  </dgm:ptLst>
  <dgm:cxnLst>
    <dgm:cxn modelId="{C426630A-A721-4C46-B724-00051E4AD4EF}" type="presOf" srcId="{B8B29316-8889-46F1-B3A3-F0F4139F6339}" destId="{38831B90-7779-4840-87CE-7C02288C42DC}" srcOrd="1" destOrd="0" presId="urn:microsoft.com/office/officeart/2016/7/layout/RepeatingBendingProcessNew"/>
    <dgm:cxn modelId="{5DEF4915-02C9-42A3-B105-0C5F9CD93325}" type="presOf" srcId="{CBBADD52-BEAA-4BCC-A861-BAEE9A070ED4}" destId="{52E3BB3F-D46F-458A-8EA2-6AE49C4627CB}" srcOrd="0" destOrd="0" presId="urn:microsoft.com/office/officeart/2016/7/layout/RepeatingBendingProcessNew"/>
    <dgm:cxn modelId="{A335B922-313C-4281-AEA9-0FA762D523F1}" type="presOf" srcId="{0D04E031-A705-46F8-9704-E0136A028CB9}" destId="{FF8896BE-3DB7-4574-8EDA-0FF22E7F2859}" srcOrd="0" destOrd="0" presId="urn:microsoft.com/office/officeart/2016/7/layout/RepeatingBendingProcessNew"/>
    <dgm:cxn modelId="{2562BA24-B2D6-4D96-8094-5472AD4CBA62}" type="presOf" srcId="{DBC72C05-448B-49DB-8F24-2249646194A1}" destId="{A797076C-39A0-4BC6-AE49-7DFEFDEF8D60}" srcOrd="1" destOrd="0" presId="urn:microsoft.com/office/officeart/2016/7/layout/RepeatingBendingProcessNew"/>
    <dgm:cxn modelId="{99971828-E459-42CC-9615-807C7EC17533}" srcId="{EA228A3D-B94C-45A8-A30C-7C898F60118A}" destId="{E030B449-5005-4FA5-BD7C-3E108F407C33}" srcOrd="8" destOrd="0" parTransId="{49383755-A2DC-431E-879E-A33EA8664252}" sibTransId="{B67F2951-CBD1-47AD-B1A8-7FF74D680600}"/>
    <dgm:cxn modelId="{CAB35537-B70A-45D2-A127-B18BBC724710}" type="presOf" srcId="{76395B29-9C23-4D7F-8211-EFAA021E208E}" destId="{5FD975A0-E38A-4161-B519-ECF6CFF2277D}" srcOrd="1" destOrd="0" presId="urn:microsoft.com/office/officeart/2016/7/layout/RepeatingBendingProcessNew"/>
    <dgm:cxn modelId="{CD91E43F-17E9-4F13-8FCE-B95783A45AF4}" srcId="{EA228A3D-B94C-45A8-A30C-7C898F60118A}" destId="{CBBADD52-BEAA-4BCC-A861-BAEE9A070ED4}" srcOrd="2" destOrd="0" parTransId="{B7DD4533-ED3F-4835-8ED7-C06B0F9E3992}" sibTransId="{3A8A42F5-EEA7-4503-B0B8-9F559573146A}"/>
    <dgm:cxn modelId="{72DF9A60-482E-4481-A325-F4EB3EFC6C05}" type="presOf" srcId="{7D8DE5D0-B04E-4DDF-BEDB-01902BCDA97D}" destId="{B3650141-2E39-4534-9317-755CD12DD351}" srcOrd="1" destOrd="0" presId="urn:microsoft.com/office/officeart/2016/7/layout/RepeatingBendingProcessNew"/>
    <dgm:cxn modelId="{EC786C41-3AD1-4F6A-8B09-07A4533986F4}" type="presOf" srcId="{7AEAB2D5-6F6F-493A-8B3D-E4B38E9A8C0B}" destId="{F4B33566-1F12-419E-9559-403C360B4B2E}" srcOrd="0" destOrd="0" presId="urn:microsoft.com/office/officeart/2016/7/layout/RepeatingBendingProcessNew"/>
    <dgm:cxn modelId="{E9D8CC61-EF41-476A-944E-DD6A039D2ED2}" type="presOf" srcId="{C3D95C9E-71E0-471A-A0CB-E686B2BEFDE3}" destId="{DAB2BD4B-918B-423A-AE0E-CBFAD80FEF92}" srcOrd="0" destOrd="0" presId="urn:microsoft.com/office/officeart/2016/7/layout/RepeatingBendingProcessNew"/>
    <dgm:cxn modelId="{F62B0166-8F28-40A6-A8B6-A8C38734B33C}" srcId="{EA228A3D-B94C-45A8-A30C-7C898F60118A}" destId="{7AEAB2D5-6F6F-493A-8B3D-E4B38E9A8C0B}" srcOrd="4" destOrd="0" parTransId="{F5224728-14D8-42F6-B0E1-A0CA5DD62C82}" sibTransId="{0D04E031-A705-46F8-9704-E0136A028CB9}"/>
    <dgm:cxn modelId="{71D71A46-E070-44DF-927F-6637D303F828}" type="presOf" srcId="{7D8DE5D0-B04E-4DDF-BEDB-01902BCDA97D}" destId="{1A8DD9AA-5B8B-4466-B485-FF8EED060EE7}" srcOrd="0" destOrd="0" presId="urn:microsoft.com/office/officeart/2016/7/layout/RepeatingBendingProcessNew"/>
    <dgm:cxn modelId="{660CD946-D170-4725-804E-25190D213173}" type="presOf" srcId="{832DDC5F-ABEC-498F-96F4-698602B5E6B2}" destId="{37C6DC6A-8D6B-4D99-8AD5-FACA1A895F25}" srcOrd="0" destOrd="0" presId="urn:microsoft.com/office/officeart/2016/7/layout/RepeatingBendingProcessNew"/>
    <dgm:cxn modelId="{7A763F67-FB70-41C8-B59A-3EECD1B756AE}" type="presOf" srcId="{2838BD61-A2BF-4BC5-83DF-CA91764E4AAE}" destId="{9694710D-B6A5-4A01-9A1B-EC6B924CCD16}" srcOrd="0" destOrd="0" presId="urn:microsoft.com/office/officeart/2016/7/layout/RepeatingBendingProcessNew"/>
    <dgm:cxn modelId="{05222C4B-1832-4A5B-8FAE-2F7C319B0946}" srcId="{EA228A3D-B94C-45A8-A30C-7C898F60118A}" destId="{B2587146-964C-40B9-83ED-4642DD415CD9}" srcOrd="10" destOrd="0" parTransId="{26133413-9687-428D-92A2-E92C21827FCF}" sibTransId="{B726055E-7CBC-4F56-9C0E-1DDA918718E6}"/>
    <dgm:cxn modelId="{36F17B4E-1720-4F0B-9816-6225A1E68D4C}" type="presOf" srcId="{76395B29-9C23-4D7F-8211-EFAA021E208E}" destId="{5BA7BEEB-299F-4A53-A290-73CEDBE7A989}" srcOrd="0" destOrd="0" presId="urn:microsoft.com/office/officeart/2016/7/layout/RepeatingBendingProcessNew"/>
    <dgm:cxn modelId="{C0003754-D384-4603-86DE-839EF7E340D2}" srcId="{EA228A3D-B94C-45A8-A30C-7C898F60118A}" destId="{9D119CE2-EE34-4B7A-AF6B-92FB54C8D91E}" srcOrd="7" destOrd="0" parTransId="{EC7ED3F8-12B4-4CCB-A4A8-6AF940F01DD2}" sibTransId="{76395B29-9C23-4D7F-8211-EFAA021E208E}"/>
    <dgm:cxn modelId="{54314474-F606-4301-B7A8-B4DE6F8E04F2}" type="presOf" srcId="{09D82BCA-DD1F-4503-81DF-24B22B3973B3}" destId="{23A6269E-0CBE-4BF5-872E-4A3B0F65B695}" srcOrd="1" destOrd="0" presId="urn:microsoft.com/office/officeart/2016/7/layout/RepeatingBendingProcessNew"/>
    <dgm:cxn modelId="{5B334178-8F60-46F7-93A6-5A510E097E67}" type="presOf" srcId="{B67F2951-CBD1-47AD-B1A8-7FF74D680600}" destId="{685503C2-2840-44B0-8D74-DCB8B33EF505}" srcOrd="0" destOrd="0" presId="urn:microsoft.com/office/officeart/2016/7/layout/RepeatingBendingProcessNew"/>
    <dgm:cxn modelId="{0D69F57B-B7B7-4250-9958-24F97F16299B}" srcId="{EA228A3D-B94C-45A8-A30C-7C898F60118A}" destId="{E3BB1165-549E-4FA0-B28C-60D8760960B6}" srcOrd="6" destOrd="0" parTransId="{039C646A-EEC0-4444-B81E-201A59A89D83}" sibTransId="{DBC72C05-448B-49DB-8F24-2249646194A1}"/>
    <dgm:cxn modelId="{3AFA928B-1AB5-4E95-8498-CE78BB5A3C59}" type="presOf" srcId="{3A8A42F5-EEA7-4503-B0B8-9F559573146A}" destId="{1BA37900-0869-45AC-A663-A18C3F3A24E9}" srcOrd="0" destOrd="0" presId="urn:microsoft.com/office/officeart/2016/7/layout/RepeatingBendingProcessNew"/>
    <dgm:cxn modelId="{B281CA8C-0F16-47D1-865E-413CD449B91F}" srcId="{EA228A3D-B94C-45A8-A30C-7C898F60118A}" destId="{2838BD61-A2BF-4BC5-83DF-CA91764E4AAE}" srcOrd="5" destOrd="0" parTransId="{F6D4E706-0B7E-4605-BB8B-AB67222D12D8}" sibTransId="{B8B29316-8889-46F1-B3A3-F0F4139F6339}"/>
    <dgm:cxn modelId="{9DF2B393-4064-427B-A8A7-A6FEB76FE93E}" type="presOf" srcId="{AE44951E-C941-4A2C-ACFB-2F8C059F17D0}" destId="{B86CFA21-634E-4B2C-A706-07865EF27985}" srcOrd="1" destOrd="0" presId="urn:microsoft.com/office/officeart/2016/7/layout/RepeatingBendingProcessNew"/>
    <dgm:cxn modelId="{ED742B94-AD31-4B02-A69E-E8EC622DE434}" type="presOf" srcId="{09D82BCA-DD1F-4503-81DF-24B22B3973B3}" destId="{3F7C8C46-C08B-4C0A-9AE6-617723273F62}" srcOrd="0" destOrd="0" presId="urn:microsoft.com/office/officeart/2016/7/layout/RepeatingBendingProcessNew"/>
    <dgm:cxn modelId="{4184879B-B3D6-4B3F-8FA7-A686264DD65B}" srcId="{EA228A3D-B94C-45A8-A30C-7C898F60118A}" destId="{832DDC5F-ABEC-498F-96F4-698602B5E6B2}" srcOrd="1" destOrd="0" parTransId="{55422DA7-3A42-45D0-85AC-059782C559EC}" sibTransId="{AE44951E-C941-4A2C-ACFB-2F8C059F17D0}"/>
    <dgm:cxn modelId="{CE4724AA-98B7-48C5-A28B-07DF63135210}" srcId="{EA228A3D-B94C-45A8-A30C-7C898F60118A}" destId="{C2131DEA-67D9-4E82-B62B-320893F92A53}" srcOrd="3" destOrd="0" parTransId="{FC9BBD5F-D24D-40AF-9069-CCE9ABE1A45D}" sibTransId="{09D82BCA-DD1F-4503-81DF-24B22B3973B3}"/>
    <dgm:cxn modelId="{B1FD6DAC-A88F-46C8-B54E-D129D1E9790C}" type="presOf" srcId="{9D119CE2-EE34-4B7A-AF6B-92FB54C8D91E}" destId="{1A4F55A7-10DA-46CB-A365-BEA97540EED9}" srcOrd="0" destOrd="0" presId="urn:microsoft.com/office/officeart/2016/7/layout/RepeatingBendingProcessNew"/>
    <dgm:cxn modelId="{0E0931BA-862F-4E18-981E-49958D6572B4}" type="presOf" srcId="{EDAEFD82-ECF5-4472-8C4D-67F4541B7B8C}" destId="{30DF24B2-3C12-4C87-8E4F-BA664B1E4019}" srcOrd="1" destOrd="0" presId="urn:microsoft.com/office/officeart/2016/7/layout/RepeatingBendingProcessNew"/>
    <dgm:cxn modelId="{68437FBD-0E1C-4014-849A-33072A72024D}" type="presOf" srcId="{EA228A3D-B94C-45A8-A30C-7C898F60118A}" destId="{1673D829-D7ED-4F11-8AD8-4DAEC3C0EE94}" srcOrd="0" destOrd="0" presId="urn:microsoft.com/office/officeart/2016/7/layout/RepeatingBendingProcessNew"/>
    <dgm:cxn modelId="{962A3BC4-8B53-4962-A644-616EAA2519CB}" type="presOf" srcId="{0D04E031-A705-46F8-9704-E0136A028CB9}" destId="{32F12FDB-1177-4C6A-8830-1ECBD26D47BA}" srcOrd="1" destOrd="0" presId="urn:microsoft.com/office/officeart/2016/7/layout/RepeatingBendingProcessNew"/>
    <dgm:cxn modelId="{24AFACC8-3D87-4083-91F8-346A2BD4C4C2}" type="presOf" srcId="{B67F2951-CBD1-47AD-B1A8-7FF74D680600}" destId="{5F951ED5-38E0-453F-A4CD-552F45CB484D}" srcOrd="1" destOrd="0" presId="urn:microsoft.com/office/officeart/2016/7/layout/RepeatingBendingProcessNew"/>
    <dgm:cxn modelId="{154608D0-0845-455F-9928-6E9577AB22F4}" type="presOf" srcId="{B2587146-964C-40B9-83ED-4642DD415CD9}" destId="{04BBE2AF-BF5A-4071-9305-E066E2B27865}" srcOrd="0" destOrd="0" presId="urn:microsoft.com/office/officeart/2016/7/layout/RepeatingBendingProcessNew"/>
    <dgm:cxn modelId="{3F0889D1-3847-4A0D-B66D-4F0B2F91B6D9}" type="presOf" srcId="{DBC72C05-448B-49DB-8F24-2249646194A1}" destId="{D38FE6E4-5441-4962-80DA-76B149566785}" srcOrd="0" destOrd="0" presId="urn:microsoft.com/office/officeart/2016/7/layout/RepeatingBendingProcessNew"/>
    <dgm:cxn modelId="{FD07F8D2-ECA6-48C8-9517-6AB697BB5F37}" type="presOf" srcId="{7104FA17-D227-4F14-AFEE-CEBB35B68AC0}" destId="{F128B65A-07A6-4A3A-B213-97A3E05BE125}" srcOrd="0" destOrd="0" presId="urn:microsoft.com/office/officeart/2016/7/layout/RepeatingBendingProcessNew"/>
    <dgm:cxn modelId="{0FAD69D3-340E-4093-B7F0-B723FEA7DD0F}" srcId="{EA228A3D-B94C-45A8-A30C-7C898F60118A}" destId="{C3D95C9E-71E0-471A-A0CB-E686B2BEFDE3}" srcOrd="0" destOrd="0" parTransId="{434D4742-C599-4BE4-9F4F-2DB83ADC0EEF}" sibTransId="{7D8DE5D0-B04E-4DDF-BEDB-01902BCDA97D}"/>
    <dgm:cxn modelId="{C17777D6-E49C-4C2B-8CD4-D30144C778CB}" type="presOf" srcId="{EDAEFD82-ECF5-4472-8C4D-67F4541B7B8C}" destId="{8CAD17F8-1B5B-41CA-BBEA-D894CCEFC21A}" srcOrd="0" destOrd="0" presId="urn:microsoft.com/office/officeart/2016/7/layout/RepeatingBendingProcessNew"/>
    <dgm:cxn modelId="{B25C2CD7-DBF2-4B07-9E4B-2785F2A1ED53}" type="presOf" srcId="{E3BB1165-549E-4FA0-B28C-60D8760960B6}" destId="{1A76A770-B0C7-486A-8B20-BAEEEABA3783}" srcOrd="0" destOrd="0" presId="urn:microsoft.com/office/officeart/2016/7/layout/RepeatingBendingProcessNew"/>
    <dgm:cxn modelId="{23BC34E0-D537-4884-A144-67A3B06AB3EE}" type="presOf" srcId="{E030B449-5005-4FA5-BD7C-3E108F407C33}" destId="{20F58D4A-5879-48EF-AB18-B7BA5D5321C7}" srcOrd="0" destOrd="0" presId="urn:microsoft.com/office/officeart/2016/7/layout/RepeatingBendingProcessNew"/>
    <dgm:cxn modelId="{5D9E5CE1-74B2-4214-9F0C-1BFB23FC6EB0}" type="presOf" srcId="{B8B29316-8889-46F1-B3A3-F0F4139F6339}" destId="{D6877C3E-3ECA-4A45-A608-6FE676570E52}" srcOrd="0" destOrd="0" presId="urn:microsoft.com/office/officeart/2016/7/layout/RepeatingBendingProcessNew"/>
    <dgm:cxn modelId="{04E911E3-B906-4EDC-A9A7-277E04838A61}" type="presOf" srcId="{3A8A42F5-EEA7-4503-B0B8-9F559573146A}" destId="{74584AEB-D900-4CF4-AA02-61295F164798}" srcOrd="1" destOrd="0" presId="urn:microsoft.com/office/officeart/2016/7/layout/RepeatingBendingProcessNew"/>
    <dgm:cxn modelId="{CB3A67E6-8855-49B0-BD0B-4B8139A7A8BE}" type="presOf" srcId="{C2131DEA-67D9-4E82-B62B-320893F92A53}" destId="{4743F857-36B7-48CB-877D-1693AC708F7F}" srcOrd="0" destOrd="0" presId="urn:microsoft.com/office/officeart/2016/7/layout/RepeatingBendingProcessNew"/>
    <dgm:cxn modelId="{3A20C9E7-8DA1-4834-9FBE-4C7A93BDB4BF}" srcId="{EA228A3D-B94C-45A8-A30C-7C898F60118A}" destId="{7104FA17-D227-4F14-AFEE-CEBB35B68AC0}" srcOrd="9" destOrd="0" parTransId="{04C97BCC-D606-4794-9E91-5CAF5958B537}" sibTransId="{EDAEFD82-ECF5-4472-8C4D-67F4541B7B8C}"/>
    <dgm:cxn modelId="{1A0F30E9-1458-4326-8E79-9F20DBEB3FE2}" type="presOf" srcId="{AE44951E-C941-4A2C-ACFB-2F8C059F17D0}" destId="{18055A60-90DB-4512-AB01-326706883028}" srcOrd="0" destOrd="0" presId="urn:microsoft.com/office/officeart/2016/7/layout/RepeatingBendingProcessNew"/>
    <dgm:cxn modelId="{69C71F26-616D-42A7-9C84-BE73F29CD324}" type="presParOf" srcId="{1673D829-D7ED-4F11-8AD8-4DAEC3C0EE94}" destId="{DAB2BD4B-918B-423A-AE0E-CBFAD80FEF92}" srcOrd="0" destOrd="0" presId="urn:microsoft.com/office/officeart/2016/7/layout/RepeatingBendingProcessNew"/>
    <dgm:cxn modelId="{37AA5E8D-D758-4D47-8B3A-3490C0DD4584}" type="presParOf" srcId="{1673D829-D7ED-4F11-8AD8-4DAEC3C0EE94}" destId="{1A8DD9AA-5B8B-4466-B485-FF8EED060EE7}" srcOrd="1" destOrd="0" presId="urn:microsoft.com/office/officeart/2016/7/layout/RepeatingBendingProcessNew"/>
    <dgm:cxn modelId="{2531DE22-1AE7-4EEA-9EB7-64291D52023F}" type="presParOf" srcId="{1A8DD9AA-5B8B-4466-B485-FF8EED060EE7}" destId="{B3650141-2E39-4534-9317-755CD12DD351}" srcOrd="0" destOrd="0" presId="urn:microsoft.com/office/officeart/2016/7/layout/RepeatingBendingProcessNew"/>
    <dgm:cxn modelId="{0818C110-0928-47CA-B333-7E6D076D6A88}" type="presParOf" srcId="{1673D829-D7ED-4F11-8AD8-4DAEC3C0EE94}" destId="{37C6DC6A-8D6B-4D99-8AD5-FACA1A895F25}" srcOrd="2" destOrd="0" presId="urn:microsoft.com/office/officeart/2016/7/layout/RepeatingBendingProcessNew"/>
    <dgm:cxn modelId="{BE4C6ED9-5707-40B5-A24E-2DF63277880C}" type="presParOf" srcId="{1673D829-D7ED-4F11-8AD8-4DAEC3C0EE94}" destId="{18055A60-90DB-4512-AB01-326706883028}" srcOrd="3" destOrd="0" presId="urn:microsoft.com/office/officeart/2016/7/layout/RepeatingBendingProcessNew"/>
    <dgm:cxn modelId="{4AC9BA00-11F5-4E23-8D41-66C7EC81CBBB}" type="presParOf" srcId="{18055A60-90DB-4512-AB01-326706883028}" destId="{B86CFA21-634E-4B2C-A706-07865EF27985}" srcOrd="0" destOrd="0" presId="urn:microsoft.com/office/officeart/2016/7/layout/RepeatingBendingProcessNew"/>
    <dgm:cxn modelId="{45354192-285F-4000-8C3E-EE83E46E8E12}" type="presParOf" srcId="{1673D829-D7ED-4F11-8AD8-4DAEC3C0EE94}" destId="{52E3BB3F-D46F-458A-8EA2-6AE49C4627CB}" srcOrd="4" destOrd="0" presId="urn:microsoft.com/office/officeart/2016/7/layout/RepeatingBendingProcessNew"/>
    <dgm:cxn modelId="{4736B9BC-4A12-4812-9BF5-35E46D446E2E}" type="presParOf" srcId="{1673D829-D7ED-4F11-8AD8-4DAEC3C0EE94}" destId="{1BA37900-0869-45AC-A663-A18C3F3A24E9}" srcOrd="5" destOrd="0" presId="urn:microsoft.com/office/officeart/2016/7/layout/RepeatingBendingProcessNew"/>
    <dgm:cxn modelId="{BADCC3BE-D2A9-4868-8D9D-B6D9B2D4B86D}" type="presParOf" srcId="{1BA37900-0869-45AC-A663-A18C3F3A24E9}" destId="{74584AEB-D900-4CF4-AA02-61295F164798}" srcOrd="0" destOrd="0" presId="urn:microsoft.com/office/officeart/2016/7/layout/RepeatingBendingProcessNew"/>
    <dgm:cxn modelId="{48F930CF-2C99-4543-8356-D8749F3D4DEF}" type="presParOf" srcId="{1673D829-D7ED-4F11-8AD8-4DAEC3C0EE94}" destId="{4743F857-36B7-48CB-877D-1693AC708F7F}" srcOrd="6" destOrd="0" presId="urn:microsoft.com/office/officeart/2016/7/layout/RepeatingBendingProcessNew"/>
    <dgm:cxn modelId="{4C7BC46D-2DB5-4BAA-934D-A0B0ABA7CA25}" type="presParOf" srcId="{1673D829-D7ED-4F11-8AD8-4DAEC3C0EE94}" destId="{3F7C8C46-C08B-4C0A-9AE6-617723273F62}" srcOrd="7" destOrd="0" presId="urn:microsoft.com/office/officeart/2016/7/layout/RepeatingBendingProcessNew"/>
    <dgm:cxn modelId="{BB9D985A-70ED-4AE4-BCBD-DE189DBE1618}" type="presParOf" srcId="{3F7C8C46-C08B-4C0A-9AE6-617723273F62}" destId="{23A6269E-0CBE-4BF5-872E-4A3B0F65B695}" srcOrd="0" destOrd="0" presId="urn:microsoft.com/office/officeart/2016/7/layout/RepeatingBendingProcessNew"/>
    <dgm:cxn modelId="{2AA84453-DA63-4481-846A-B085490381D3}" type="presParOf" srcId="{1673D829-D7ED-4F11-8AD8-4DAEC3C0EE94}" destId="{F4B33566-1F12-419E-9559-403C360B4B2E}" srcOrd="8" destOrd="0" presId="urn:microsoft.com/office/officeart/2016/7/layout/RepeatingBendingProcessNew"/>
    <dgm:cxn modelId="{2DAF53B7-B6A1-4452-ABBE-264989BD89FD}" type="presParOf" srcId="{1673D829-D7ED-4F11-8AD8-4DAEC3C0EE94}" destId="{FF8896BE-3DB7-4574-8EDA-0FF22E7F2859}" srcOrd="9" destOrd="0" presId="urn:microsoft.com/office/officeart/2016/7/layout/RepeatingBendingProcessNew"/>
    <dgm:cxn modelId="{16872250-50BD-4AD2-8057-029B88FF25D8}" type="presParOf" srcId="{FF8896BE-3DB7-4574-8EDA-0FF22E7F2859}" destId="{32F12FDB-1177-4C6A-8830-1ECBD26D47BA}" srcOrd="0" destOrd="0" presId="urn:microsoft.com/office/officeart/2016/7/layout/RepeatingBendingProcessNew"/>
    <dgm:cxn modelId="{529C80FE-FB4B-4E71-A003-71D595F8FE19}" type="presParOf" srcId="{1673D829-D7ED-4F11-8AD8-4DAEC3C0EE94}" destId="{9694710D-B6A5-4A01-9A1B-EC6B924CCD16}" srcOrd="10" destOrd="0" presId="urn:microsoft.com/office/officeart/2016/7/layout/RepeatingBendingProcessNew"/>
    <dgm:cxn modelId="{BD6DEB6C-4749-4932-8560-4086794273BA}" type="presParOf" srcId="{1673D829-D7ED-4F11-8AD8-4DAEC3C0EE94}" destId="{D6877C3E-3ECA-4A45-A608-6FE676570E52}" srcOrd="11" destOrd="0" presId="urn:microsoft.com/office/officeart/2016/7/layout/RepeatingBendingProcessNew"/>
    <dgm:cxn modelId="{6833E6C6-C97E-4559-80AF-502605E45038}" type="presParOf" srcId="{D6877C3E-3ECA-4A45-A608-6FE676570E52}" destId="{38831B90-7779-4840-87CE-7C02288C42DC}" srcOrd="0" destOrd="0" presId="urn:microsoft.com/office/officeart/2016/7/layout/RepeatingBendingProcessNew"/>
    <dgm:cxn modelId="{292DABA3-AB81-4E6F-BE09-E017BE2820D7}" type="presParOf" srcId="{1673D829-D7ED-4F11-8AD8-4DAEC3C0EE94}" destId="{1A76A770-B0C7-486A-8B20-BAEEEABA3783}" srcOrd="12" destOrd="0" presId="urn:microsoft.com/office/officeart/2016/7/layout/RepeatingBendingProcessNew"/>
    <dgm:cxn modelId="{9CFDC0AF-975A-4B9A-92B4-BF837050C605}" type="presParOf" srcId="{1673D829-D7ED-4F11-8AD8-4DAEC3C0EE94}" destId="{D38FE6E4-5441-4962-80DA-76B149566785}" srcOrd="13" destOrd="0" presId="urn:microsoft.com/office/officeart/2016/7/layout/RepeatingBendingProcessNew"/>
    <dgm:cxn modelId="{EE0D4320-FF25-46B0-8ED6-056EB3304D36}" type="presParOf" srcId="{D38FE6E4-5441-4962-80DA-76B149566785}" destId="{A797076C-39A0-4BC6-AE49-7DFEFDEF8D60}" srcOrd="0" destOrd="0" presId="urn:microsoft.com/office/officeart/2016/7/layout/RepeatingBendingProcessNew"/>
    <dgm:cxn modelId="{41B2785B-1B8F-491F-9136-84E16C0153EA}" type="presParOf" srcId="{1673D829-D7ED-4F11-8AD8-4DAEC3C0EE94}" destId="{1A4F55A7-10DA-46CB-A365-BEA97540EED9}" srcOrd="14" destOrd="0" presId="urn:microsoft.com/office/officeart/2016/7/layout/RepeatingBendingProcessNew"/>
    <dgm:cxn modelId="{2F718456-23A1-4DD7-A0DB-07E29B1C459B}" type="presParOf" srcId="{1673D829-D7ED-4F11-8AD8-4DAEC3C0EE94}" destId="{5BA7BEEB-299F-4A53-A290-73CEDBE7A989}" srcOrd="15" destOrd="0" presId="urn:microsoft.com/office/officeart/2016/7/layout/RepeatingBendingProcessNew"/>
    <dgm:cxn modelId="{6F9C20EE-CBF3-4ABB-B2B1-BA805C616AFF}" type="presParOf" srcId="{5BA7BEEB-299F-4A53-A290-73CEDBE7A989}" destId="{5FD975A0-E38A-4161-B519-ECF6CFF2277D}" srcOrd="0" destOrd="0" presId="urn:microsoft.com/office/officeart/2016/7/layout/RepeatingBendingProcessNew"/>
    <dgm:cxn modelId="{401903BC-1C51-45D7-A7E0-6C61C7B70335}" type="presParOf" srcId="{1673D829-D7ED-4F11-8AD8-4DAEC3C0EE94}" destId="{20F58D4A-5879-48EF-AB18-B7BA5D5321C7}" srcOrd="16" destOrd="0" presId="urn:microsoft.com/office/officeart/2016/7/layout/RepeatingBendingProcessNew"/>
    <dgm:cxn modelId="{8844983A-2661-46D7-BC2A-4F033E615BBE}" type="presParOf" srcId="{1673D829-D7ED-4F11-8AD8-4DAEC3C0EE94}" destId="{685503C2-2840-44B0-8D74-DCB8B33EF505}" srcOrd="17" destOrd="0" presId="urn:microsoft.com/office/officeart/2016/7/layout/RepeatingBendingProcessNew"/>
    <dgm:cxn modelId="{A67A1922-CD44-48B5-89B1-4AE4DDB0C322}" type="presParOf" srcId="{685503C2-2840-44B0-8D74-DCB8B33EF505}" destId="{5F951ED5-38E0-453F-A4CD-552F45CB484D}" srcOrd="0" destOrd="0" presId="urn:microsoft.com/office/officeart/2016/7/layout/RepeatingBendingProcessNew"/>
    <dgm:cxn modelId="{764E89D2-9512-47AB-8E87-CC6CAD162151}" type="presParOf" srcId="{1673D829-D7ED-4F11-8AD8-4DAEC3C0EE94}" destId="{F128B65A-07A6-4A3A-B213-97A3E05BE125}" srcOrd="18" destOrd="0" presId="urn:microsoft.com/office/officeart/2016/7/layout/RepeatingBendingProcessNew"/>
    <dgm:cxn modelId="{E0FC38B9-8D15-4BB4-BF81-3C0525822546}" type="presParOf" srcId="{1673D829-D7ED-4F11-8AD8-4DAEC3C0EE94}" destId="{8CAD17F8-1B5B-41CA-BBEA-D894CCEFC21A}" srcOrd="19" destOrd="0" presId="urn:microsoft.com/office/officeart/2016/7/layout/RepeatingBendingProcessNew"/>
    <dgm:cxn modelId="{A3DF78F4-94A2-4247-BADB-98BEA0B79E8F}" type="presParOf" srcId="{8CAD17F8-1B5B-41CA-BBEA-D894CCEFC21A}" destId="{30DF24B2-3C12-4C87-8E4F-BA664B1E4019}" srcOrd="0" destOrd="0" presId="urn:microsoft.com/office/officeart/2016/7/layout/RepeatingBendingProcessNew"/>
    <dgm:cxn modelId="{37AB7B5F-FE86-4666-A976-8B5A6CF34FFE}" type="presParOf" srcId="{1673D829-D7ED-4F11-8AD8-4DAEC3C0EE94}" destId="{04BBE2AF-BF5A-4071-9305-E066E2B27865}" srcOrd="2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8DD9AA-5B8B-4466-B485-FF8EED060EE7}">
      <dsp:nvSpPr>
        <dsp:cNvPr id="0" name=""/>
        <dsp:cNvSpPr/>
      </dsp:nvSpPr>
      <dsp:spPr>
        <a:xfrm>
          <a:off x="1680699" y="734777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49040" y="778564"/>
        <a:ext cx="19330" cy="3866"/>
      </dsp:txXfrm>
    </dsp:sp>
    <dsp:sp modelId="{DAB2BD4B-918B-423A-AE0E-CBFAD80FEF92}">
      <dsp:nvSpPr>
        <dsp:cNvPr id="0" name=""/>
        <dsp:cNvSpPr/>
      </dsp:nvSpPr>
      <dsp:spPr>
        <a:xfrm>
          <a:off x="1569" y="276218"/>
          <a:ext cx="1680929" cy="100855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Two Workflow Types:</a:t>
          </a:r>
        </a:p>
      </dsp:txBody>
      <dsp:txXfrm>
        <a:off x="1569" y="276218"/>
        <a:ext cx="1680929" cy="1008557"/>
      </dsp:txXfrm>
    </dsp:sp>
    <dsp:sp modelId="{18055A60-90DB-4512-AB01-326706883028}">
      <dsp:nvSpPr>
        <dsp:cNvPr id="0" name=""/>
        <dsp:cNvSpPr/>
      </dsp:nvSpPr>
      <dsp:spPr>
        <a:xfrm>
          <a:off x="3748243" y="734777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520169"/>
              <a:satOff val="-649"/>
              <a:lumOff val="15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16584" y="778564"/>
        <a:ext cx="19330" cy="3866"/>
      </dsp:txXfrm>
    </dsp:sp>
    <dsp:sp modelId="{37C6DC6A-8D6B-4D99-8AD5-FACA1A895F25}">
      <dsp:nvSpPr>
        <dsp:cNvPr id="0" name=""/>
        <dsp:cNvSpPr/>
      </dsp:nvSpPr>
      <dsp:spPr>
        <a:xfrm>
          <a:off x="2069113" y="276218"/>
          <a:ext cx="1680929" cy="1008557"/>
        </a:xfrm>
        <a:prstGeom prst="rect">
          <a:avLst/>
        </a:prstGeom>
        <a:solidFill>
          <a:schemeClr val="accent2">
            <a:hueOff val="468152"/>
            <a:satOff val="-584"/>
            <a:lumOff val="13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Infrastructure Workflow:</a:t>
          </a:r>
        </a:p>
      </dsp:txBody>
      <dsp:txXfrm>
        <a:off x="2069113" y="276218"/>
        <a:ext cx="1680929" cy="1008557"/>
      </dsp:txXfrm>
    </dsp:sp>
    <dsp:sp modelId="{1BA37900-0869-45AC-A663-A18C3F3A24E9}">
      <dsp:nvSpPr>
        <dsp:cNvPr id="0" name=""/>
        <dsp:cNvSpPr/>
      </dsp:nvSpPr>
      <dsp:spPr>
        <a:xfrm>
          <a:off x="5815786" y="734777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1040338"/>
              <a:satOff val="-1298"/>
              <a:lumOff val="30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84128" y="778564"/>
        <a:ext cx="19330" cy="3866"/>
      </dsp:txXfrm>
    </dsp:sp>
    <dsp:sp modelId="{52E3BB3F-D46F-458A-8EA2-6AE49C4627CB}">
      <dsp:nvSpPr>
        <dsp:cNvPr id="0" name=""/>
        <dsp:cNvSpPr/>
      </dsp:nvSpPr>
      <dsp:spPr>
        <a:xfrm>
          <a:off x="4136656" y="276218"/>
          <a:ext cx="1680929" cy="1008557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Triggers on infra/terraform/** changes</a:t>
          </a:r>
        </a:p>
      </dsp:txBody>
      <dsp:txXfrm>
        <a:off x="4136656" y="276218"/>
        <a:ext cx="1680929" cy="1008557"/>
      </dsp:txXfrm>
    </dsp:sp>
    <dsp:sp modelId="{3F7C8C46-C08B-4C0A-9AE6-617723273F62}">
      <dsp:nvSpPr>
        <dsp:cNvPr id="0" name=""/>
        <dsp:cNvSpPr/>
      </dsp:nvSpPr>
      <dsp:spPr>
        <a:xfrm>
          <a:off x="842034" y="1282976"/>
          <a:ext cx="6202631" cy="356013"/>
        </a:xfrm>
        <a:custGeom>
          <a:avLst/>
          <a:gdLst/>
          <a:ahLst/>
          <a:cxnLst/>
          <a:rect l="0" t="0" r="0" b="0"/>
          <a:pathLst>
            <a:path>
              <a:moveTo>
                <a:pt x="6202631" y="0"/>
              </a:moveTo>
              <a:lnTo>
                <a:pt x="6202631" y="195106"/>
              </a:lnTo>
              <a:lnTo>
                <a:pt x="0" y="195106"/>
              </a:lnTo>
              <a:lnTo>
                <a:pt x="0" y="356013"/>
              </a:lnTo>
            </a:path>
          </a:pathLst>
        </a:custGeom>
        <a:noFill/>
        <a:ln w="9525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87983" y="1459049"/>
        <a:ext cx="310733" cy="3866"/>
      </dsp:txXfrm>
    </dsp:sp>
    <dsp:sp modelId="{4743F857-36B7-48CB-877D-1693AC708F7F}">
      <dsp:nvSpPr>
        <dsp:cNvPr id="0" name=""/>
        <dsp:cNvSpPr/>
      </dsp:nvSpPr>
      <dsp:spPr>
        <a:xfrm>
          <a:off x="6204200" y="276218"/>
          <a:ext cx="1680929" cy="1008557"/>
        </a:xfrm>
        <a:prstGeom prst="rect">
          <a:avLst/>
        </a:prstGeom>
        <a:solidFill>
          <a:schemeClr val="accent2">
            <a:hueOff val="1404456"/>
            <a:satOff val="-1752"/>
            <a:lumOff val="41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Triggers on infra/ansible/** changes</a:t>
          </a:r>
        </a:p>
      </dsp:txBody>
      <dsp:txXfrm>
        <a:off x="6204200" y="276218"/>
        <a:ext cx="1680929" cy="1008557"/>
      </dsp:txXfrm>
    </dsp:sp>
    <dsp:sp modelId="{FF8896BE-3DB7-4574-8EDA-0FF22E7F2859}">
      <dsp:nvSpPr>
        <dsp:cNvPr id="0" name=""/>
        <dsp:cNvSpPr/>
      </dsp:nvSpPr>
      <dsp:spPr>
        <a:xfrm>
          <a:off x="1680699" y="2129948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2080675"/>
              <a:satOff val="-2595"/>
              <a:lumOff val="61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49040" y="2173735"/>
        <a:ext cx="19330" cy="3866"/>
      </dsp:txXfrm>
    </dsp:sp>
    <dsp:sp modelId="{F4B33566-1F12-419E-9559-403C360B4B2E}">
      <dsp:nvSpPr>
        <dsp:cNvPr id="0" name=""/>
        <dsp:cNvSpPr/>
      </dsp:nvSpPr>
      <dsp:spPr>
        <a:xfrm>
          <a:off x="1569" y="1671390"/>
          <a:ext cx="1680929" cy="1008557"/>
        </a:xfrm>
        <a:prstGeom prst="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Application Workflow:</a:t>
          </a:r>
        </a:p>
      </dsp:txBody>
      <dsp:txXfrm>
        <a:off x="1569" y="1671390"/>
        <a:ext cx="1680929" cy="1008557"/>
      </dsp:txXfrm>
    </dsp:sp>
    <dsp:sp modelId="{D6877C3E-3ECA-4A45-A608-6FE676570E52}">
      <dsp:nvSpPr>
        <dsp:cNvPr id="0" name=""/>
        <dsp:cNvSpPr/>
      </dsp:nvSpPr>
      <dsp:spPr>
        <a:xfrm>
          <a:off x="3748243" y="2129948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2600844"/>
              <a:satOff val="-3244"/>
              <a:lumOff val="76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16584" y="2173735"/>
        <a:ext cx="19330" cy="3866"/>
      </dsp:txXfrm>
    </dsp:sp>
    <dsp:sp modelId="{9694710D-B6A5-4A01-9A1B-EC6B924CCD16}">
      <dsp:nvSpPr>
        <dsp:cNvPr id="0" name=""/>
        <dsp:cNvSpPr/>
      </dsp:nvSpPr>
      <dsp:spPr>
        <a:xfrm>
          <a:off x="2069113" y="1671390"/>
          <a:ext cx="1680929" cy="1008557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Triggers on service code changes</a:t>
          </a:r>
        </a:p>
      </dsp:txBody>
      <dsp:txXfrm>
        <a:off x="2069113" y="1671390"/>
        <a:ext cx="1680929" cy="1008557"/>
      </dsp:txXfrm>
    </dsp:sp>
    <dsp:sp modelId="{D38FE6E4-5441-4962-80DA-76B149566785}">
      <dsp:nvSpPr>
        <dsp:cNvPr id="0" name=""/>
        <dsp:cNvSpPr/>
      </dsp:nvSpPr>
      <dsp:spPr>
        <a:xfrm>
          <a:off x="5815786" y="2129948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84128" y="2173735"/>
        <a:ext cx="19330" cy="3866"/>
      </dsp:txXfrm>
    </dsp:sp>
    <dsp:sp modelId="{1A76A770-B0C7-486A-8B20-BAEEEABA3783}">
      <dsp:nvSpPr>
        <dsp:cNvPr id="0" name=""/>
        <dsp:cNvSpPr/>
      </dsp:nvSpPr>
      <dsp:spPr>
        <a:xfrm>
          <a:off x="4136656" y="1671390"/>
          <a:ext cx="1680929" cy="1008557"/>
        </a:xfrm>
        <a:prstGeom prst="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Triggers on docker-compose.yml changes</a:t>
          </a:r>
        </a:p>
      </dsp:txBody>
      <dsp:txXfrm>
        <a:off x="4136656" y="1671390"/>
        <a:ext cx="1680929" cy="1008557"/>
      </dsp:txXfrm>
    </dsp:sp>
    <dsp:sp modelId="{5BA7BEEB-299F-4A53-A290-73CEDBE7A989}">
      <dsp:nvSpPr>
        <dsp:cNvPr id="0" name=""/>
        <dsp:cNvSpPr/>
      </dsp:nvSpPr>
      <dsp:spPr>
        <a:xfrm>
          <a:off x="842034" y="2678147"/>
          <a:ext cx="6202631" cy="356013"/>
        </a:xfrm>
        <a:custGeom>
          <a:avLst/>
          <a:gdLst/>
          <a:ahLst/>
          <a:cxnLst/>
          <a:rect l="0" t="0" r="0" b="0"/>
          <a:pathLst>
            <a:path>
              <a:moveTo>
                <a:pt x="6202631" y="0"/>
              </a:moveTo>
              <a:lnTo>
                <a:pt x="6202631" y="195106"/>
              </a:lnTo>
              <a:lnTo>
                <a:pt x="0" y="195106"/>
              </a:lnTo>
              <a:lnTo>
                <a:pt x="0" y="356013"/>
              </a:lnTo>
            </a:path>
          </a:pathLst>
        </a:custGeom>
        <a:noFill/>
        <a:ln w="9525" cap="flat" cmpd="sng" algn="ctr">
          <a:solidFill>
            <a:schemeClr val="accent2">
              <a:hueOff val="3641181"/>
              <a:satOff val="-4541"/>
              <a:lumOff val="106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87983" y="2854221"/>
        <a:ext cx="310733" cy="3866"/>
      </dsp:txXfrm>
    </dsp:sp>
    <dsp:sp modelId="{1A4F55A7-10DA-46CB-A365-BEA97540EED9}">
      <dsp:nvSpPr>
        <dsp:cNvPr id="0" name=""/>
        <dsp:cNvSpPr/>
      </dsp:nvSpPr>
      <dsp:spPr>
        <a:xfrm>
          <a:off x="6204200" y="1671390"/>
          <a:ext cx="1680929" cy="1008557"/>
        </a:xfrm>
        <a:prstGeom prst="rect">
          <a:avLst/>
        </a:prstGeom>
        <a:solidFill>
          <a:schemeClr val="accent2">
            <a:hueOff val="3277063"/>
            <a:satOff val="-4087"/>
            <a:lumOff val="9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Key Features:</a:t>
          </a:r>
        </a:p>
      </dsp:txBody>
      <dsp:txXfrm>
        <a:off x="6204200" y="1671390"/>
        <a:ext cx="1680929" cy="1008557"/>
      </dsp:txXfrm>
    </dsp:sp>
    <dsp:sp modelId="{685503C2-2840-44B0-8D74-DCB8B33EF505}">
      <dsp:nvSpPr>
        <dsp:cNvPr id="0" name=""/>
        <dsp:cNvSpPr/>
      </dsp:nvSpPr>
      <dsp:spPr>
        <a:xfrm>
          <a:off x="1680699" y="3525120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4161350"/>
              <a:satOff val="-5190"/>
              <a:lumOff val="122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49040" y="3568907"/>
        <a:ext cx="19330" cy="3866"/>
      </dsp:txXfrm>
    </dsp:sp>
    <dsp:sp modelId="{20F58D4A-5879-48EF-AB18-B7BA5D5321C7}">
      <dsp:nvSpPr>
        <dsp:cNvPr id="0" name=""/>
        <dsp:cNvSpPr/>
      </dsp:nvSpPr>
      <dsp:spPr>
        <a:xfrm>
          <a:off x="1569" y="3066561"/>
          <a:ext cx="1680929" cy="1008557"/>
        </a:xfrm>
        <a:prstGeom prst="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Drift Detection: terraform plan → email alert → manual approval</a:t>
          </a:r>
        </a:p>
      </dsp:txBody>
      <dsp:txXfrm>
        <a:off x="1569" y="3066561"/>
        <a:ext cx="1680929" cy="1008557"/>
      </dsp:txXfrm>
    </dsp:sp>
    <dsp:sp modelId="{8CAD17F8-1B5B-41CA-BBEA-D894CCEFC21A}">
      <dsp:nvSpPr>
        <dsp:cNvPr id="0" name=""/>
        <dsp:cNvSpPr/>
      </dsp:nvSpPr>
      <dsp:spPr>
        <a:xfrm>
          <a:off x="3748243" y="3525120"/>
          <a:ext cx="3560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6013" y="45720"/>
              </a:lnTo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16584" y="3568907"/>
        <a:ext cx="19330" cy="3866"/>
      </dsp:txXfrm>
    </dsp:sp>
    <dsp:sp modelId="{F128B65A-07A6-4A3A-B213-97A3E05BE125}">
      <dsp:nvSpPr>
        <dsp:cNvPr id="0" name=""/>
        <dsp:cNvSpPr/>
      </dsp:nvSpPr>
      <dsp:spPr>
        <a:xfrm>
          <a:off x="2069113" y="3066561"/>
          <a:ext cx="1680929" cy="1008557"/>
        </a:xfrm>
        <a:prstGeom prst="rect">
          <a:avLst/>
        </a:prstGeom>
        <a:solidFill>
          <a:schemeClr val="accent2">
            <a:hueOff val="4213367"/>
            <a:satOff val="-5255"/>
            <a:lumOff val="123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Conditional Deployment: Only runs if changes detected</a:t>
          </a:r>
        </a:p>
      </dsp:txBody>
      <dsp:txXfrm>
        <a:off x="2069113" y="3066561"/>
        <a:ext cx="1680929" cy="1008557"/>
      </dsp:txXfrm>
    </dsp:sp>
    <dsp:sp modelId="{04BBE2AF-BF5A-4071-9305-E066E2B27865}">
      <dsp:nvSpPr>
        <dsp:cNvPr id="0" name=""/>
        <dsp:cNvSpPr/>
      </dsp:nvSpPr>
      <dsp:spPr>
        <a:xfrm>
          <a:off x="4136656" y="3066561"/>
          <a:ext cx="1680929" cy="1008557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367" tIns="86459" rIns="82367" bIns="8645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Email Notifications: Automatic alerts for infrastructure drift</a:t>
          </a:r>
        </a:p>
      </dsp:txBody>
      <dsp:txXfrm>
        <a:off x="4136656" y="3066561"/>
        <a:ext cx="1680929" cy="10085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F7D788E-2C1B-4EF4-8719-12613771F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040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3712" y="3481557"/>
            <a:ext cx="4540169" cy="18989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Microservices TODO Application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8DEA6A1-FC5C-4E6E-BBBF-7E472949B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53125" y="2196877"/>
            <a:ext cx="3890875" cy="4661123"/>
          </a:xfrm>
          <a:custGeom>
            <a:avLst/>
            <a:gdLst>
              <a:gd name="connsiteX0" fmla="*/ 3084645 w 4538241"/>
              <a:gd name="connsiteY0" fmla="*/ 0 h 5436644"/>
              <a:gd name="connsiteX1" fmla="*/ 4285328 w 4538241"/>
              <a:gd name="connsiteY1" fmla="*/ 242407 h 5436644"/>
              <a:gd name="connsiteX2" fmla="*/ 4538241 w 4538241"/>
              <a:gd name="connsiteY2" fmla="*/ 364242 h 5436644"/>
              <a:gd name="connsiteX3" fmla="*/ 4538241 w 4538241"/>
              <a:gd name="connsiteY3" fmla="*/ 5436644 h 5436644"/>
              <a:gd name="connsiteX4" fmla="*/ 1091428 w 4538241"/>
              <a:gd name="connsiteY4" fmla="*/ 5436644 h 5436644"/>
              <a:gd name="connsiteX5" fmla="*/ 903472 w 4538241"/>
              <a:gd name="connsiteY5" fmla="*/ 5265818 h 5436644"/>
              <a:gd name="connsiteX6" fmla="*/ 0 w 4538241"/>
              <a:gd name="connsiteY6" fmla="*/ 3084645 h 5436644"/>
              <a:gd name="connsiteX7" fmla="*/ 3084645 w 4538241"/>
              <a:gd name="connsiteY7" fmla="*/ 0 h 543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8241" h="5436644">
                <a:moveTo>
                  <a:pt x="3084645" y="0"/>
                </a:moveTo>
                <a:cubicBezTo>
                  <a:pt x="3510546" y="0"/>
                  <a:pt x="3916286" y="86315"/>
                  <a:pt x="4285328" y="242407"/>
                </a:cubicBezTo>
                <a:lnTo>
                  <a:pt x="4538241" y="364242"/>
                </a:lnTo>
                <a:lnTo>
                  <a:pt x="4538241" y="5436644"/>
                </a:lnTo>
                <a:lnTo>
                  <a:pt x="1091428" y="5436644"/>
                </a:lnTo>
                <a:lnTo>
                  <a:pt x="903472" y="5265818"/>
                </a:lnTo>
                <a:cubicBezTo>
                  <a:pt x="345261" y="4707608"/>
                  <a:pt x="0" y="3936446"/>
                  <a:pt x="0" y="3084645"/>
                </a:cubicBezTo>
                <a:cubicBezTo>
                  <a:pt x="0" y="1381043"/>
                  <a:pt x="1381043" y="0"/>
                  <a:pt x="308464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5AD6500-BB62-4AAC-9D2F-C10DDC90C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92990" y="2336743"/>
            <a:ext cx="3751010" cy="4521257"/>
          </a:xfrm>
          <a:custGeom>
            <a:avLst/>
            <a:gdLst>
              <a:gd name="connsiteX0" fmla="*/ 2921508 w 4375105"/>
              <a:gd name="connsiteY0" fmla="*/ 0 h 5273507"/>
              <a:gd name="connsiteX1" fmla="*/ 4314072 w 4375105"/>
              <a:gd name="connsiteY1" fmla="*/ 352611 h 5273507"/>
              <a:gd name="connsiteX2" fmla="*/ 4375105 w 4375105"/>
              <a:gd name="connsiteY2" fmla="*/ 389689 h 5273507"/>
              <a:gd name="connsiteX3" fmla="*/ 4375105 w 4375105"/>
              <a:gd name="connsiteY3" fmla="*/ 5273507 h 5273507"/>
              <a:gd name="connsiteX4" fmla="*/ 1193705 w 4375105"/>
              <a:gd name="connsiteY4" fmla="*/ 5273507 h 5273507"/>
              <a:gd name="connsiteX5" fmla="*/ 1063158 w 4375105"/>
              <a:gd name="connsiteY5" fmla="*/ 5175886 h 5273507"/>
              <a:gd name="connsiteX6" fmla="*/ 0 w 4375105"/>
              <a:gd name="connsiteY6" fmla="*/ 2921508 h 5273507"/>
              <a:gd name="connsiteX7" fmla="*/ 2921508 w 4375105"/>
              <a:gd name="connsiteY7" fmla="*/ 0 h 5273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5105" h="5273507">
                <a:moveTo>
                  <a:pt x="2921508" y="0"/>
                </a:moveTo>
                <a:cubicBezTo>
                  <a:pt x="3425728" y="0"/>
                  <a:pt x="3900114" y="127735"/>
                  <a:pt x="4314072" y="352611"/>
                </a:cubicBezTo>
                <a:lnTo>
                  <a:pt x="4375105" y="389689"/>
                </a:lnTo>
                <a:lnTo>
                  <a:pt x="4375105" y="5273507"/>
                </a:lnTo>
                <a:lnTo>
                  <a:pt x="1193705" y="5273507"/>
                </a:lnTo>
                <a:lnTo>
                  <a:pt x="1063158" y="5175886"/>
                </a:lnTo>
                <a:cubicBezTo>
                  <a:pt x="413861" y="4640038"/>
                  <a:pt x="0" y="3829104"/>
                  <a:pt x="0" y="2921508"/>
                </a:cubicBezTo>
                <a:cubicBezTo>
                  <a:pt x="0" y="1308004"/>
                  <a:pt x="1308004" y="0"/>
                  <a:pt x="292150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C54E824-C0F4-480B-BC88-689F50C45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39621" y="-3941"/>
            <a:ext cx="4124601" cy="2980208"/>
          </a:xfrm>
          <a:custGeom>
            <a:avLst/>
            <a:gdLst>
              <a:gd name="connsiteX0" fmla="*/ 229420 w 4349752"/>
              <a:gd name="connsiteY0" fmla="*/ 0 h 3142889"/>
              <a:gd name="connsiteX1" fmla="*/ 4120333 w 4349752"/>
              <a:gd name="connsiteY1" fmla="*/ 0 h 3142889"/>
              <a:gd name="connsiteX2" fmla="*/ 4178840 w 4349752"/>
              <a:gd name="connsiteY2" fmla="*/ 121453 h 3142889"/>
              <a:gd name="connsiteX3" fmla="*/ 4349752 w 4349752"/>
              <a:gd name="connsiteY3" fmla="*/ 968013 h 3142889"/>
              <a:gd name="connsiteX4" fmla="*/ 2174876 w 4349752"/>
              <a:gd name="connsiteY4" fmla="*/ 3142889 h 3142889"/>
              <a:gd name="connsiteX5" fmla="*/ 0 w 4349752"/>
              <a:gd name="connsiteY5" fmla="*/ 968013 h 3142889"/>
              <a:gd name="connsiteX6" fmla="*/ 170913 w 4349752"/>
              <a:gd name="connsiteY6" fmla="*/ 121453 h 3142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9752" h="3142889">
                <a:moveTo>
                  <a:pt x="229420" y="0"/>
                </a:moveTo>
                <a:lnTo>
                  <a:pt x="4120333" y="0"/>
                </a:lnTo>
                <a:lnTo>
                  <a:pt x="4178840" y="121453"/>
                </a:lnTo>
                <a:cubicBezTo>
                  <a:pt x="4288894" y="381652"/>
                  <a:pt x="4349752" y="667725"/>
                  <a:pt x="4349752" y="968013"/>
                </a:cubicBezTo>
                <a:cubicBezTo>
                  <a:pt x="4349752" y="2169164"/>
                  <a:pt x="3376027" y="3142889"/>
                  <a:pt x="2174876" y="3142889"/>
                </a:cubicBezTo>
                <a:cubicBezTo>
                  <a:pt x="973725" y="3142889"/>
                  <a:pt x="0" y="2169164"/>
                  <a:pt x="0" y="968013"/>
                </a:cubicBezTo>
                <a:cubicBezTo>
                  <a:pt x="0" y="667725"/>
                  <a:pt x="60858" y="381652"/>
                  <a:pt x="170913" y="12145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6AAAC3B-1954-46B7-BBAC-27DFF5B5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00961" y="-5576"/>
            <a:ext cx="3815104" cy="2825978"/>
          </a:xfrm>
          <a:custGeom>
            <a:avLst/>
            <a:gdLst>
              <a:gd name="connsiteX0" fmla="*/ 248676 w 4023360"/>
              <a:gd name="connsiteY0" fmla="*/ 0 h 2980240"/>
              <a:gd name="connsiteX1" fmla="*/ 3774684 w 4023360"/>
              <a:gd name="connsiteY1" fmla="*/ 0 h 2980240"/>
              <a:gd name="connsiteX2" fmla="*/ 3780561 w 4023360"/>
              <a:gd name="connsiteY2" fmla="*/ 9674 h 2980240"/>
              <a:gd name="connsiteX3" fmla="*/ 4023360 w 4023360"/>
              <a:gd name="connsiteY3" fmla="*/ 968560 h 2980240"/>
              <a:gd name="connsiteX4" fmla="*/ 2011680 w 4023360"/>
              <a:gd name="connsiteY4" fmla="*/ 2980240 h 2980240"/>
              <a:gd name="connsiteX5" fmla="*/ 0 w 4023360"/>
              <a:gd name="connsiteY5" fmla="*/ 968560 h 2980240"/>
              <a:gd name="connsiteX6" fmla="*/ 242799 w 4023360"/>
              <a:gd name="connsiteY6" fmla="*/ 9674 h 298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23360" h="2980240">
                <a:moveTo>
                  <a:pt x="248676" y="0"/>
                </a:moveTo>
                <a:lnTo>
                  <a:pt x="3774684" y="0"/>
                </a:lnTo>
                <a:lnTo>
                  <a:pt x="3780561" y="9674"/>
                </a:lnTo>
                <a:cubicBezTo>
                  <a:pt x="3935405" y="294716"/>
                  <a:pt x="4023360" y="621366"/>
                  <a:pt x="4023360" y="968560"/>
                </a:cubicBezTo>
                <a:cubicBezTo>
                  <a:pt x="4023360" y="2079580"/>
                  <a:pt x="3122700" y="2980240"/>
                  <a:pt x="2011680" y="2980240"/>
                </a:cubicBezTo>
                <a:cubicBezTo>
                  <a:pt x="900660" y="2980240"/>
                  <a:pt x="0" y="2079580"/>
                  <a:pt x="0" y="968560"/>
                </a:cubicBezTo>
                <a:cubicBezTo>
                  <a:pt x="0" y="621366"/>
                  <a:pt x="87955" y="294716"/>
                  <a:pt x="242799" y="96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5047" y="252504"/>
            <a:ext cx="2832808" cy="17638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Containerized, Automated &amp; Secure Deployment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50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Complete DevOps Pipeline Implementation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/>
                </a:solidFill>
              </a:rPr>
              <a:t>Terraform + Ansible + Docker + CI/CD + Drift Detection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4EEE3-E70C-A47D-E729-E677ADB0846F}"/>
              </a:ext>
            </a:extLst>
          </p:cNvPr>
          <p:cNvSpPr txBox="1"/>
          <p:nvPr/>
        </p:nvSpPr>
        <p:spPr>
          <a:xfrm>
            <a:off x="6266985" y="3000888"/>
            <a:ext cx="2790279" cy="36173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Prepared By:</a:t>
            </a:r>
            <a:br>
              <a:rPr lang="en-US" sz="1500"/>
            </a:br>
            <a:r>
              <a:rPr lang="en-US" sz="1500"/>
              <a:t>Kamil Balogun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0936"/>
            <a:ext cx="4098798" cy="5626947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614" y="630936"/>
            <a:ext cx="3733944" cy="5626957"/>
          </a:xfrm>
          <a:noFill/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6 Microservices in Different Languages: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Frontend (Vue.js)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Auth API (Go) 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Todos API (Node.js)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Users API (Java Spring Boot)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Log Processor (Python)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Redis Queue</a:t>
            </a:r>
          </a:p>
          <a:p>
            <a:endParaRPr lang="en-US" sz="16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Key Features: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Traefik Reverse Proxy with SSL termination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Docker Containerization for all services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Redis for message queuing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46" y="554152"/>
            <a:ext cx="4306641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804" y="1289765"/>
            <a:ext cx="2738325" cy="4270963"/>
          </a:xfrm>
        </p:spPr>
        <p:txBody>
          <a:bodyPr anchor="ctr">
            <a:normAutofit/>
          </a:bodyPr>
          <a:lstStyle/>
          <a:p>
            <a:r>
              <a:rPr lang="en-US" sz="2700">
                <a:solidFill>
                  <a:srgbClr val="FFFFFF"/>
                </a:solidFill>
              </a:rPr>
              <a:t>PART 1: Application Containerization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619" y="374394"/>
            <a:ext cx="128637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581" y="1084507"/>
            <a:ext cx="118159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Implementation Flow: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• Individual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Dockerfiles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for each service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• Docker Compose orchestrates all services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• </a:t>
            </a:r>
            <a:r>
              <a:rPr lang="en-US" sz="1700" dirty="0" err="1">
                <a:solidFill>
                  <a:schemeClr val="tx1">
                    <a:alpha val="80000"/>
                  </a:schemeClr>
                </a:solidFill>
              </a:rPr>
              <a:t>Traefik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Proxy handles SSL + Routing</a:t>
            </a:r>
          </a:p>
          <a:p>
            <a:pPr>
              <a:lnSpc>
                <a:spcPct val="90000"/>
              </a:lnSpc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Single Command Deployment: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	docker compose up -d</a:t>
            </a:r>
          </a:p>
          <a:p>
            <a:pPr>
              <a:lnSpc>
                <a:spcPct val="90000"/>
              </a:lnSpc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HTTPS Endpoints: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• https://hng.eazyppro.net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• https://hng.eazyppro.net/api/auth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• https://hng.eazyppro.net/api/todos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• https://hng.eazyppro.net/api/users</a:t>
            </a:r>
          </a:p>
          <a:p>
            <a:pPr>
              <a:lnSpc>
                <a:spcPct val="90000"/>
              </a:lnSpc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Features: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• Automatic SSL with Let's Encrypt certificates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• HTTP → HTTPS automatic redirection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7410" y="5751820"/>
            <a:ext cx="84319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8BE94549-2521-53D3-B6E9-CE3F9C7AE1F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25000" b="-446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3116868" cy="5571898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PART 2: Infrastructure &amp;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9914" y="557189"/>
            <a:ext cx="4625434" cy="557189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Three Main Components:</a:t>
            </a:r>
          </a:p>
          <a:p>
            <a:endParaRPr lang="en-US" sz="17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Terraform:</a:t>
            </a: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• AWS EC2 provisioning</a:t>
            </a: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• Security groups configuration</a:t>
            </a: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• Remote state management (S3)</a:t>
            </a: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• Dynamic Ansible inventory generation</a:t>
            </a:r>
          </a:p>
          <a:p>
            <a:endParaRPr lang="en-US" sz="17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Ansible:</a:t>
            </a: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• Dependencies role (Docker, Git, packages)</a:t>
            </a: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• Deploy role (app deployment, SSL setup)</a:t>
            </a: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• Idempotent operations</a:t>
            </a:r>
          </a:p>
          <a:p>
            <a:endParaRPr lang="en-US" sz="17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CI/CD:</a:t>
            </a: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• GitHub Actions workflows</a:t>
            </a: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• Drift detection with email alerts</a:t>
            </a: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• Automated deployment pipelines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Terraform: Idempotent Infrastructure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/>
              <a:t>Key Components: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• main.tf: EC2 instances + Security Groups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• Remote State: S3 Backend for team collaboration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• Dynamic Inventory: Auto-generated for Ansible</a:t>
            </a:r>
          </a:p>
          <a:p>
            <a:pPr>
              <a:lnSpc>
                <a:spcPct val="90000"/>
              </a:lnSpc>
            </a:pPr>
            <a:endParaRPr lang="en-US" sz="1800"/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Automatic Ansible Execution: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resource "</a:t>
            </a:r>
            <a:r>
              <a:rPr lang="en-US" sz="1800" err="1"/>
              <a:t>null_resource</a:t>
            </a:r>
            <a:r>
              <a:rPr lang="en-US" sz="1800"/>
              <a:t>" "</a:t>
            </a:r>
            <a:r>
              <a:rPr lang="en-US" sz="1800" err="1"/>
              <a:t>run_ansible</a:t>
            </a:r>
            <a:r>
              <a:rPr lang="en-US" sz="1800"/>
              <a:t>" 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	 provisioner "local-exec" 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	 command = "ansible-playbook -</a:t>
            </a:r>
            <a:r>
              <a:rPr lang="en-US" sz="1800" err="1"/>
              <a:t>i</a:t>
            </a:r>
            <a:r>
              <a:rPr lang="en-US" sz="1800"/>
              <a:t> inventory.ini </a:t>
            </a:r>
            <a:r>
              <a:rPr lang="en-US" sz="1800" err="1"/>
              <a:t>site.yml</a:t>
            </a:r>
            <a:r>
              <a:rPr lang="en-US" sz="1800"/>
              <a:t>"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	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}</a:t>
            </a:r>
          </a:p>
          <a:p>
            <a:pPr>
              <a:lnSpc>
                <a:spcPct val="90000"/>
              </a:lnSpc>
            </a:pPr>
            <a:endParaRPr lang="en-US" sz="1800"/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Features: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• Fully idempotent operations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• No resource recreation unless drift occurs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• Automatic integration with Ansible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9A931A-35A8-EE58-7448-E5ACE2B679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2500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3116868" cy="5571898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Ansible: Server Configuration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9914" y="557189"/>
            <a:ext cx="4625434" cy="557189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Dependencies Role:</a:t>
            </a: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• Docker &amp; Docker Compose installation</a:t>
            </a: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• Git and system packages</a:t>
            </a: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• User permissions and groups</a:t>
            </a:r>
          </a:p>
          <a:p>
            <a:endParaRPr lang="en-US" sz="17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Deploy Role:</a:t>
            </a: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• Repository cloning and updates</a:t>
            </a: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• Container management with Docker Compose</a:t>
            </a: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• SSL configuration and health checks</a:t>
            </a:r>
          </a:p>
          <a:p>
            <a:endParaRPr lang="en-US" sz="17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Key Features:</a:t>
            </a: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• Idempotent Deployment: No restart unless files changed</a:t>
            </a: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• Git Integration: Automatic repo cloning and updates</a:t>
            </a: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</a:rPr>
              <a:t>• Container Orchestration: Full Docker Compose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32B6601-104F-8273-55F4-6A4BBC9E6A3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dirty="0"/>
              <a:t>CI/CD: Automated Deployment Pipeline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13C757-D49C-9AB2-1871-9264F21136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341081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4293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3125451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591344"/>
            <a:ext cx="2400300" cy="5585619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Drift Detection &amp; Safety Mechanism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/>
              <a:t>5-Step Safety Process:</a:t>
            </a:r>
          </a:p>
          <a:p>
            <a:pPr>
              <a:lnSpc>
                <a:spcPct val="90000"/>
              </a:lnSpc>
            </a:pPr>
            <a:endParaRPr lang="en-US" sz="1800"/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1. Plan Check: terraform plan -detailed-</a:t>
            </a:r>
            <a:r>
              <a:rPr lang="en-US" sz="1800" err="1"/>
              <a:t>exitcode</a:t>
            </a:r>
            <a:endParaRPr lang="en-US" sz="1800"/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2. Drift Detection: Exit code = 2 indicates changes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3. Email Alert: Notify stakeholders, pause pipeline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4. Manual Approval: GitHub Environment protection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5. Apply Changes: terraform apply only after approval</a:t>
            </a:r>
          </a:p>
          <a:p>
            <a:pPr>
              <a:lnSpc>
                <a:spcPct val="90000"/>
              </a:lnSpc>
            </a:pPr>
            <a:endParaRPr lang="en-US" sz="1800"/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Safety Rules: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• No Drift = Automatic Proceed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• Drift Detected = Email + Manual Approval Required</a:t>
            </a:r>
          </a:p>
          <a:p>
            <a:pPr>
              <a:lnSpc>
                <a:spcPct val="90000"/>
              </a:lnSpc>
            </a:pPr>
            <a:endParaRPr lang="en-US" sz="1800"/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This ensures complete transparency and control over infrastructure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4293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3125451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591344"/>
            <a:ext cx="2400300" cy="5585619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Security Implementation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/>
              <a:t>Multi-Layer Security Approach:</a:t>
            </a:r>
          </a:p>
          <a:p>
            <a:pPr>
              <a:lnSpc>
                <a:spcPct val="90000"/>
              </a:lnSpc>
            </a:pPr>
            <a:endParaRPr lang="en-US" sz="1800"/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Network Security: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• AWS Security Groups with minimal port exposure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• SSH key-based authentication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• Only ports 22, 80, 443 exposed</a:t>
            </a:r>
          </a:p>
          <a:p>
            <a:pPr>
              <a:lnSpc>
                <a:spcPct val="90000"/>
              </a:lnSpc>
            </a:pPr>
            <a:endParaRPr lang="en-US" sz="1800"/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SSL/TLS Security: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• Let's Encrypt certificates with automatic renewal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• HTTP → HTTPS automatic redirection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• </a:t>
            </a:r>
            <a:r>
              <a:rPr lang="en-US" sz="1800" err="1"/>
              <a:t>Traefik</a:t>
            </a:r>
            <a:r>
              <a:rPr lang="en-US" sz="1800"/>
              <a:t> handles SSL termination</a:t>
            </a:r>
          </a:p>
          <a:p>
            <a:pPr>
              <a:lnSpc>
                <a:spcPct val="90000"/>
              </a:lnSpc>
            </a:pPr>
            <a:endParaRPr lang="en-US" sz="1800"/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Application Security: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• JWT token authentication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• API authorization middleware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/>
              <a:t>• Container isolation and network segmentation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9143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0822780C-4953-4DDE-CCAE-290775BB27A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/>
          <a:stretch>
            <a:fillRect/>
          </a:stretch>
        </p:blipFill>
        <p:spPr>
          <a:xfrm>
            <a:off x="20" y="-9107"/>
            <a:ext cx="914398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591344"/>
            <a:ext cx="2400300" cy="5585619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PART 3: Single Command Deployment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000">
                <a:solidFill>
                  <a:srgbClr val="FFFFFF"/>
                </a:solidFill>
              </a:rPr>
              <a:t>Complete Stack Deployment:</a:t>
            </a:r>
          </a:p>
          <a:p>
            <a:pPr>
              <a:lnSpc>
                <a:spcPct val="90000"/>
              </a:lnSpc>
            </a:pPr>
            <a:r>
              <a:rPr lang="en-US" sz="2000">
                <a:solidFill>
                  <a:srgbClr val="FFFFFF"/>
                </a:solidFill>
              </a:rPr>
              <a:t>terraform apply -auto-approve</a:t>
            </a:r>
          </a:p>
          <a:p>
            <a:pPr>
              <a:lnSpc>
                <a:spcPct val="90000"/>
              </a:lnSpc>
            </a:pPr>
            <a:endParaRPr lang="en-US" sz="200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000">
                <a:solidFill>
                  <a:srgbClr val="FFFFFF"/>
                </a:solidFill>
              </a:rPr>
              <a:t>5-Step Automated Process: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>
                <a:solidFill>
                  <a:srgbClr val="FFFFFF"/>
                </a:solidFill>
              </a:rPr>
              <a:t>1. Provision: AWS EC2 + Security Groups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>
                <a:solidFill>
                  <a:srgbClr val="FFFFFF"/>
                </a:solidFill>
              </a:rPr>
              <a:t>2. Generate: Ansible inventory file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>
                <a:solidFill>
                  <a:srgbClr val="FFFFFF"/>
                </a:solidFill>
              </a:rPr>
              <a:t>3. Configure: Install all dependencies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>
                <a:solidFill>
                  <a:srgbClr val="FFFFFF"/>
                </a:solidFill>
              </a:rPr>
              <a:t>4. Deploy: Application containers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>
                <a:solidFill>
                  <a:srgbClr val="FFFFFF"/>
                </a:solidFill>
              </a:rPr>
              <a:t>5. Secure: Traefik + SSL setup</a:t>
            </a:r>
          </a:p>
          <a:p>
            <a:pPr>
              <a:lnSpc>
                <a:spcPct val="90000"/>
              </a:lnSpc>
            </a:pPr>
            <a:endParaRPr lang="en-US" sz="200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000">
                <a:solidFill>
                  <a:srgbClr val="FFFFFF"/>
                </a:solidFill>
              </a:rPr>
              <a:t>Benefits: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>
                <a:solidFill>
                  <a:srgbClr val="FFFFFF"/>
                </a:solidFill>
              </a:rPr>
              <a:t>• Fully Automated: Zero manual intervention required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>
                <a:solidFill>
                  <a:srgbClr val="FFFFFF"/>
                </a:solidFill>
              </a:rPr>
              <a:t>• Idempotent: Skip unchanged resources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>
                <a:solidFill>
                  <a:srgbClr val="FFFFFF"/>
                </a:solidFill>
              </a:rPr>
              <a:t>• Production Ready: HTTPS endpoints immediately available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0936"/>
            <a:ext cx="4098798" cy="5626947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Key Benefits &amp;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614" y="630936"/>
            <a:ext cx="3733944" cy="5626957"/>
          </a:xfrm>
          <a:noFill/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🚀 Automation: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Single command deployment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Zero manual configuration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Automatic SSL setup</a:t>
            </a:r>
          </a:p>
          <a:p>
            <a:endParaRPr lang="en-US" sz="16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🛡️ Safety: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Infrastructure drift detection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Email notifications for changes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Manual approval gates</a:t>
            </a:r>
          </a:p>
          <a:p>
            <a:endParaRPr lang="en-US" sz="16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🔄 Reliability: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Idempotent operations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Remote state management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Rollback capability</a:t>
            </a:r>
          </a:p>
          <a:p>
            <a:endParaRPr lang="en-US" sz="16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📈 Scalability: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Microservices architecture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Container orchestration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Cloud-native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0936"/>
            <a:ext cx="4098798" cy="5626947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en-US" sz="4200">
                <a:solidFill>
                  <a:schemeClr val="bg1"/>
                </a:solidFill>
              </a:rPr>
              <a:t>Live Demonstration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614" y="630936"/>
            <a:ext cx="3733944" cy="5626957"/>
          </a:xfrm>
          <a:noFill/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Ready to Deploy!</a:t>
            </a:r>
          </a:p>
          <a:p>
            <a:endParaRPr lang="en-US" sz="16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Commands to Execute:</a:t>
            </a:r>
          </a:p>
          <a:p>
            <a:r>
              <a:rPr lang="en-US" sz="1600">
                <a:solidFill>
                  <a:schemeClr val="bg1"/>
                </a:solidFill>
              </a:rPr>
              <a:t>cd infra/terraform</a:t>
            </a:r>
          </a:p>
          <a:p>
            <a:r>
              <a:rPr lang="en-US" sz="1600">
                <a:solidFill>
                  <a:schemeClr val="bg1"/>
                </a:solidFill>
              </a:rPr>
              <a:t>terraform apply -auto-approve</a:t>
            </a:r>
          </a:p>
          <a:p>
            <a:endParaRPr lang="en-US" sz="16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Application Access: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https://hng.eazyppro.net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https://hng.eazyppro.net/api/auth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https://hng.eazyppro.net/api/todos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• https://hng.eazyppro.net/api/users</a:t>
            </a:r>
          </a:p>
          <a:p>
            <a:endParaRPr lang="en-US" sz="16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Questions &amp; Discussion</a:t>
            </a:r>
          </a:p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</a:rP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889</Words>
  <Application>Microsoft Office PowerPoint</Application>
  <PresentationFormat>On-screen Show (4:3)</PresentationFormat>
  <Paragraphs>180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Microservices TODO Application</vt:lpstr>
      <vt:lpstr>System Architecture Overview</vt:lpstr>
      <vt:lpstr>PART 1: Application Containerization</vt:lpstr>
      <vt:lpstr>PART 2: Infrastructure &amp; Automation</vt:lpstr>
      <vt:lpstr>Terraform: Idempotent Infrastructure</vt:lpstr>
      <vt:lpstr>Ansible: Server Configuration &amp; Deployment</vt:lpstr>
      <vt:lpstr>CI/CD: Automated Deployment Pipeline</vt:lpstr>
      <vt:lpstr>Drift Detection &amp; Safety Mechanism</vt:lpstr>
      <vt:lpstr>Security Implementation</vt:lpstr>
      <vt:lpstr>PART 3: Single Command Deployment</vt:lpstr>
      <vt:lpstr>Key Benefits &amp; Achievements</vt:lpstr>
      <vt:lpstr>Live Demonstration &amp;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Kamil Balogun</cp:lastModifiedBy>
  <cp:revision>2</cp:revision>
  <dcterms:created xsi:type="dcterms:W3CDTF">2013-01-27T09:14:16Z</dcterms:created>
  <dcterms:modified xsi:type="dcterms:W3CDTF">2025-11-28T22:44:11Z</dcterms:modified>
  <cp:category/>
</cp:coreProperties>
</file>